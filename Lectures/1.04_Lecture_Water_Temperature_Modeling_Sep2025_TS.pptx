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3.xml" ContentType="application/vnd.openxmlformats-officedocument.theme+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4.xml" ContentType="application/vnd.openxmlformats-officedocument.theme+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ink/ink1.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47" r:id="rId4"/>
    <p:sldMasterId id="2147484301" r:id="rId5"/>
    <p:sldMasterId id="2147484311" r:id="rId6"/>
    <p:sldMasterId id="2147484272" r:id="rId7"/>
    <p:sldMasterId id="2147484318" r:id="rId8"/>
  </p:sldMasterIdLst>
  <p:notesMasterIdLst>
    <p:notesMasterId r:id="rId28"/>
  </p:notesMasterIdLst>
  <p:handoutMasterIdLst>
    <p:handoutMasterId r:id="rId29"/>
  </p:handoutMasterIdLst>
  <p:sldIdLst>
    <p:sldId id="286" r:id="rId9"/>
    <p:sldId id="290" r:id="rId10"/>
    <p:sldId id="302" r:id="rId11"/>
    <p:sldId id="303" r:id="rId12"/>
    <p:sldId id="304" r:id="rId13"/>
    <p:sldId id="305" r:id="rId14"/>
    <p:sldId id="306" r:id="rId15"/>
    <p:sldId id="307" r:id="rId16"/>
    <p:sldId id="314" r:id="rId17"/>
    <p:sldId id="308" r:id="rId18"/>
    <p:sldId id="309" r:id="rId19"/>
    <p:sldId id="310" r:id="rId20"/>
    <p:sldId id="311" r:id="rId21"/>
    <p:sldId id="312" r:id="rId22"/>
    <p:sldId id="313" r:id="rId23"/>
    <p:sldId id="315" r:id="rId24"/>
    <p:sldId id="316" r:id="rId25"/>
    <p:sldId id="317" r:id="rId26"/>
    <p:sldId id="301" r:id="rId27"/>
  </p:sldIdLst>
  <p:sldSz cx="12192000" cy="6858000"/>
  <p:notesSz cx="7010400" cy="12039600"/>
  <p:defaultTextStyle>
    <a:defPPr>
      <a:defRPr lang="en-US"/>
    </a:defPPr>
    <a:lvl1pPr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1pPr>
    <a:lvl2pPr marL="4572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2pPr>
    <a:lvl3pPr marL="9144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3pPr>
    <a:lvl4pPr marL="13716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4pPr>
    <a:lvl5pPr marL="18288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5pPr>
    <a:lvl6pPr marL="2286000" algn="l" defTabSz="914400" rtl="0" eaLnBrk="1" latinLnBrk="0" hangingPunct="1">
      <a:defRPr sz="2400" kern="1200">
        <a:solidFill>
          <a:schemeClr val="tx1"/>
        </a:solidFill>
        <a:latin typeface="Arial" pitchFamily="34" charset="0"/>
        <a:ea typeface="ＭＳ Ｐゴシック" pitchFamily="34" charset="-128"/>
        <a:cs typeface="+mn-cs"/>
      </a:defRPr>
    </a:lvl6pPr>
    <a:lvl7pPr marL="2743200" algn="l" defTabSz="914400" rtl="0" eaLnBrk="1" latinLnBrk="0" hangingPunct="1">
      <a:defRPr sz="2400" kern="1200">
        <a:solidFill>
          <a:schemeClr val="tx1"/>
        </a:solidFill>
        <a:latin typeface="Arial" pitchFamily="34" charset="0"/>
        <a:ea typeface="ＭＳ Ｐゴシック" pitchFamily="34" charset="-128"/>
        <a:cs typeface="+mn-cs"/>
      </a:defRPr>
    </a:lvl7pPr>
    <a:lvl8pPr marL="3200400" algn="l" defTabSz="914400" rtl="0" eaLnBrk="1" latinLnBrk="0" hangingPunct="1">
      <a:defRPr sz="2400" kern="1200">
        <a:solidFill>
          <a:schemeClr val="tx1"/>
        </a:solidFill>
        <a:latin typeface="Arial" pitchFamily="34" charset="0"/>
        <a:ea typeface="ＭＳ Ｐゴシック" pitchFamily="34" charset="-128"/>
        <a:cs typeface="+mn-cs"/>
      </a:defRPr>
    </a:lvl8pPr>
    <a:lvl9pPr marL="3657600" algn="l" defTabSz="914400" rtl="0" eaLnBrk="1" latinLnBrk="0" hangingPunct="1">
      <a:defRPr sz="2400" kern="1200">
        <a:solidFill>
          <a:schemeClr val="tx1"/>
        </a:solidFill>
        <a:latin typeface="Arial" pitchFamily="34" charset="0"/>
        <a:ea typeface="ＭＳ Ｐゴシック" pitchFamily="34"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pos="4464" userDrawn="1">
          <p15:clr>
            <a:srgbClr val="A4A3A4"/>
          </p15:clr>
        </p15:guide>
        <p15:guide id="4" pos="6408" userDrawn="1">
          <p15:clr>
            <a:srgbClr val="A4A3A4"/>
          </p15:clr>
        </p15:guide>
        <p15:guide id="5" orient="horz" pos="288" userDrawn="1">
          <p15:clr>
            <a:srgbClr val="A4A3A4"/>
          </p15:clr>
        </p15:guide>
        <p15:guide id="7" orient="horz" pos="34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DE0EB"/>
    <a:srgbClr val="227EEE"/>
    <a:srgbClr val="9F9C95"/>
    <a:srgbClr val="A4A5A3"/>
    <a:srgbClr val="CBCBCB"/>
    <a:srgbClr val="FFFF66"/>
    <a:srgbClr val="FFFFFF"/>
    <a:srgbClr val="FCAE3B"/>
    <a:srgbClr val="50771B"/>
    <a:srgbClr val="C1985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5C7FF60-75DB-461A-AC24-5D3B08F5AA9D}" v="9" dt="2024-06-27T15:03:15.93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217" autoAdjust="0"/>
    <p:restoredTop sz="96301"/>
  </p:normalViewPr>
  <p:slideViewPr>
    <p:cSldViewPr snapToGrid="0">
      <p:cViewPr varScale="1">
        <p:scale>
          <a:sx n="96" d="100"/>
          <a:sy n="96" d="100"/>
        </p:scale>
        <p:origin x="200" y="848"/>
      </p:cViewPr>
      <p:guideLst>
        <p:guide orient="horz" pos="2160"/>
        <p:guide pos="3840"/>
        <p:guide pos="4464"/>
        <p:guide pos="6408"/>
        <p:guide orient="horz" pos="288"/>
        <p:guide orient="horz" pos="34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80" d="100"/>
        <a:sy n="80" d="100"/>
      </p:scale>
      <p:origin x="0" y="0"/>
    </p:cViewPr>
  </p:sorter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5.xml"/><Relationship Id="rId18" Type="http://schemas.openxmlformats.org/officeDocument/2006/relationships/slide" Target="slides/slide10.xml"/><Relationship Id="rId26" Type="http://schemas.openxmlformats.org/officeDocument/2006/relationships/slide" Target="slides/slide18.xml"/><Relationship Id="rId3" Type="http://schemas.openxmlformats.org/officeDocument/2006/relationships/customXml" Target="../customXml/item3.xml"/><Relationship Id="rId21" Type="http://schemas.openxmlformats.org/officeDocument/2006/relationships/slide" Target="slides/slide13.xml"/><Relationship Id="rId34" Type="http://schemas.microsoft.com/office/2016/11/relationships/changesInfo" Target="changesInfos/changesInfo1.xml"/><Relationship Id="rId7" Type="http://schemas.openxmlformats.org/officeDocument/2006/relationships/slideMaster" Target="slideMasters/slideMaster4.xml"/><Relationship Id="rId12" Type="http://schemas.openxmlformats.org/officeDocument/2006/relationships/slide" Target="slides/slide4.xml"/><Relationship Id="rId17" Type="http://schemas.openxmlformats.org/officeDocument/2006/relationships/slide" Target="slides/slide9.xml"/><Relationship Id="rId25" Type="http://schemas.openxmlformats.org/officeDocument/2006/relationships/slide" Target="slides/slide17.xml"/><Relationship Id="rId33"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8.xml"/><Relationship Id="rId20" Type="http://schemas.openxmlformats.org/officeDocument/2006/relationships/slide" Target="slides/slide12.xml"/><Relationship Id="rId29"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3.xml"/><Relationship Id="rId24" Type="http://schemas.openxmlformats.org/officeDocument/2006/relationships/slide" Target="slides/slide16.xml"/><Relationship Id="rId32" Type="http://schemas.openxmlformats.org/officeDocument/2006/relationships/theme" Target="theme/theme1.xml"/><Relationship Id="rId5" Type="http://schemas.openxmlformats.org/officeDocument/2006/relationships/slideMaster" Target="slideMasters/slideMaster2.xml"/><Relationship Id="rId15" Type="http://schemas.openxmlformats.org/officeDocument/2006/relationships/slide" Target="slides/slide7.xml"/><Relationship Id="rId23" Type="http://schemas.openxmlformats.org/officeDocument/2006/relationships/slide" Target="slides/slide15.xml"/><Relationship Id="rId28" Type="http://schemas.openxmlformats.org/officeDocument/2006/relationships/notesMaster" Target="notesMasters/notesMaster1.xml"/><Relationship Id="rId10" Type="http://schemas.openxmlformats.org/officeDocument/2006/relationships/slide" Target="slides/slide2.xml"/><Relationship Id="rId19" Type="http://schemas.openxmlformats.org/officeDocument/2006/relationships/slide" Target="slides/slide11.xml"/><Relationship Id="rId31"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1.xml"/><Relationship Id="rId14" Type="http://schemas.openxmlformats.org/officeDocument/2006/relationships/slide" Target="slides/slide6.xml"/><Relationship Id="rId22" Type="http://schemas.openxmlformats.org/officeDocument/2006/relationships/slide" Target="slides/slide14.xml"/><Relationship Id="rId27" Type="http://schemas.openxmlformats.org/officeDocument/2006/relationships/slide" Target="slides/slide19.xml"/><Relationship Id="rId30" Type="http://schemas.openxmlformats.org/officeDocument/2006/relationships/presProps" Target="presProps.xml"/><Relationship Id="rId35" Type="http://schemas.microsoft.com/office/2015/10/relationships/revisionInfo" Target="revisionInfo.xml"/><Relationship Id="rId8" Type="http://schemas.openxmlformats.org/officeDocument/2006/relationships/slideMaster" Target="slideMasters/slideMaster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elendez, Lauren L CIV USARMY CEERD-EL (USA)" userId="S::lauren.melendez@usace.army.mil::dc7e2d62-1c93-46c4-a692-e042be835e08" providerId="AD" clId="Web-{55C7FF60-75DB-461A-AC24-5D3B08F5AA9D}"/>
    <pc:docChg chg="modSld">
      <pc:chgData name="Melendez, Lauren L CIV USARMY CEERD-EL (USA)" userId="S::lauren.melendez@usace.army.mil::dc7e2d62-1c93-46c4-a692-e042be835e08" providerId="AD" clId="Web-{55C7FF60-75DB-461A-AC24-5D3B08F5AA9D}" dt="2024-06-27T15:03:15.934" v="7"/>
      <pc:docMkLst>
        <pc:docMk/>
      </pc:docMkLst>
      <pc:sldChg chg="addSp delSp modSp">
        <pc:chgData name="Melendez, Lauren L CIV USARMY CEERD-EL (USA)" userId="S::lauren.melendez@usace.army.mil::dc7e2d62-1c93-46c4-a692-e042be835e08" providerId="AD" clId="Web-{55C7FF60-75DB-461A-AC24-5D3B08F5AA9D}" dt="2024-06-27T15:03:15.934" v="7"/>
        <pc:sldMkLst>
          <pc:docMk/>
          <pc:sldMk cId="265307245" sldId="313"/>
        </pc:sldMkLst>
        <pc:spChg chg="mod">
          <ac:chgData name="Melendez, Lauren L CIV USARMY CEERD-EL (USA)" userId="S::lauren.melendez@usace.army.mil::dc7e2d62-1c93-46c4-a692-e042be835e08" providerId="AD" clId="Web-{55C7FF60-75DB-461A-AC24-5D3B08F5AA9D}" dt="2024-06-27T15:01:57.137" v="0" actId="1076"/>
          <ac:spMkLst>
            <pc:docMk/>
            <pc:sldMk cId="265307245" sldId="313"/>
            <ac:spMk id="3" creationId="{00000000-0000-0000-0000-000000000000}"/>
          </ac:spMkLst>
        </pc:spChg>
        <pc:spChg chg="add del mod">
          <ac:chgData name="Melendez, Lauren L CIV USARMY CEERD-EL (USA)" userId="S::lauren.melendez@usace.army.mil::dc7e2d62-1c93-46c4-a692-e042be835e08" providerId="AD" clId="Web-{55C7FF60-75DB-461A-AC24-5D3B08F5AA9D}" dt="2024-06-27T15:03:15.934" v="7"/>
          <ac:spMkLst>
            <pc:docMk/>
            <pc:sldMk cId="265307245" sldId="313"/>
            <ac:spMk id="4" creationId="{686C72AC-53DE-C4F1-6AB6-112ACF878751}"/>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7.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038475" cy="602392"/>
          </a:xfrm>
          <a:prstGeom prst="rect">
            <a:avLst/>
          </a:prstGeom>
        </p:spPr>
        <p:txBody>
          <a:bodyPr vert="horz" lIns="93177" tIns="46589" rIns="93177" bIns="46589" rtlCol="0"/>
          <a:lstStyle>
            <a:lvl1pPr algn="l">
              <a:defRPr sz="1200">
                <a:latin typeface="Arial" charset="0"/>
                <a:ea typeface="+mn-ea"/>
                <a:cs typeface="+mn-cs"/>
              </a:defRPr>
            </a:lvl1pPr>
          </a:lstStyle>
          <a:p>
            <a:pPr>
              <a:defRPr/>
            </a:pPr>
            <a:endParaRPr lang="en-US"/>
          </a:p>
        </p:txBody>
      </p:sp>
      <p:sp>
        <p:nvSpPr>
          <p:cNvPr id="3" name="Date Placeholder 2"/>
          <p:cNvSpPr>
            <a:spLocks noGrp="1"/>
          </p:cNvSpPr>
          <p:nvPr>
            <p:ph type="dt" sz="quarter" idx="1"/>
          </p:nvPr>
        </p:nvSpPr>
        <p:spPr>
          <a:xfrm>
            <a:off x="3970339" y="0"/>
            <a:ext cx="3038475" cy="602392"/>
          </a:xfrm>
          <a:prstGeom prst="rect">
            <a:avLst/>
          </a:prstGeom>
        </p:spPr>
        <p:txBody>
          <a:bodyPr vert="horz" wrap="square" lIns="93177" tIns="46589" rIns="93177" bIns="46589" numCol="1" anchor="t" anchorCtr="0" compatLnSpc="1">
            <a:prstTxWarp prst="textNoShape">
              <a:avLst/>
            </a:prstTxWarp>
          </a:bodyPr>
          <a:lstStyle>
            <a:lvl1pPr algn="r">
              <a:defRPr sz="1200"/>
            </a:lvl1pPr>
          </a:lstStyle>
          <a:p>
            <a:fld id="{61A2DE62-24B0-4972-852B-4785B8FCBE77}" type="datetimeFigureOut">
              <a:rPr lang="en-US"/>
              <a:pPr/>
              <a:t>9/15/25</a:t>
            </a:fld>
            <a:endParaRPr lang="en-US"/>
          </a:p>
        </p:txBody>
      </p:sp>
      <p:sp>
        <p:nvSpPr>
          <p:cNvPr id="4" name="Footer Placeholder 3"/>
          <p:cNvSpPr>
            <a:spLocks noGrp="1"/>
          </p:cNvSpPr>
          <p:nvPr>
            <p:ph type="ftr" sz="quarter" idx="2"/>
          </p:nvPr>
        </p:nvSpPr>
        <p:spPr>
          <a:xfrm>
            <a:off x="1" y="11435153"/>
            <a:ext cx="3038475" cy="602392"/>
          </a:xfrm>
          <a:prstGeom prst="rect">
            <a:avLst/>
          </a:prstGeom>
        </p:spPr>
        <p:txBody>
          <a:bodyPr vert="horz" lIns="93177" tIns="46589" rIns="93177" bIns="46589" rtlCol="0" anchor="b"/>
          <a:lstStyle>
            <a:lvl1pPr algn="l">
              <a:defRPr sz="1200">
                <a:latin typeface="Arial" charset="0"/>
                <a:ea typeface="+mn-ea"/>
                <a:cs typeface="+mn-cs"/>
              </a:defRPr>
            </a:lvl1pPr>
          </a:lstStyle>
          <a:p>
            <a:pPr>
              <a:defRPr/>
            </a:pPr>
            <a:endParaRPr lang="en-US"/>
          </a:p>
        </p:txBody>
      </p:sp>
      <p:sp>
        <p:nvSpPr>
          <p:cNvPr id="5" name="Slide Number Placeholder 4"/>
          <p:cNvSpPr>
            <a:spLocks noGrp="1"/>
          </p:cNvSpPr>
          <p:nvPr>
            <p:ph type="sldNum" sz="quarter" idx="3"/>
          </p:nvPr>
        </p:nvSpPr>
        <p:spPr>
          <a:xfrm>
            <a:off x="3970339" y="11435153"/>
            <a:ext cx="3038475" cy="602392"/>
          </a:xfrm>
          <a:prstGeom prst="rect">
            <a:avLst/>
          </a:prstGeom>
        </p:spPr>
        <p:txBody>
          <a:bodyPr vert="horz" wrap="square" lIns="93177" tIns="46589" rIns="93177" bIns="46589" numCol="1" anchor="b" anchorCtr="0" compatLnSpc="1">
            <a:prstTxWarp prst="textNoShape">
              <a:avLst/>
            </a:prstTxWarp>
          </a:bodyPr>
          <a:lstStyle>
            <a:lvl1pPr algn="r">
              <a:defRPr sz="1200"/>
            </a:lvl1pPr>
          </a:lstStyle>
          <a:p>
            <a:fld id="{603F1684-B626-4C74-9731-CBE8CE5003E4}" type="slidenum">
              <a:rPr lang="en-US"/>
              <a:pPr/>
              <a:t>‹#›</a:t>
            </a:fld>
            <a:endParaRPr lang="en-US"/>
          </a:p>
        </p:txBody>
      </p:sp>
    </p:spTree>
    <p:extLst>
      <p:ext uri="{BB962C8B-B14F-4D97-AF65-F5344CB8AC3E}">
        <p14:creationId xmlns:p14="http://schemas.microsoft.com/office/powerpoint/2010/main" val="3629653697"/>
      </p:ext>
    </p:extLst>
  </p:cSld>
  <p:clrMap bg1="lt1" tx1="dk1" bg2="lt2" tx2="dk2" accent1="accent1" accent2="accent2" accent3="accent3" accent4="accent4" accent5="accent5" accent6="accent6" hlink="hlink" folHlink="folHlink"/>
  <p:hf hdr="0" ftr="0" dt="0"/>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5-09T21:56:27.527"/>
    </inkml:context>
    <inkml:brush xml:id="br0">
      <inkml:brushProperty name="width" value="0.05" units="cm"/>
      <inkml:brushProperty name="height" value="0.05" units="cm"/>
      <inkml:brushProperty name="color" value="#101C8A"/>
    </inkml:brush>
  </inkml:definitions>
  <inkml:trace contextRef="#ctx0" brushRef="#br0">1 1 24575,'7'0'0,"4"0"-8191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038475" cy="602392"/>
          </a:xfrm>
          <a:prstGeom prst="rect">
            <a:avLst/>
          </a:prstGeom>
        </p:spPr>
        <p:txBody>
          <a:bodyPr vert="horz" lIns="93177" tIns="46589" rIns="93177" bIns="46589" rtlCol="0"/>
          <a:lstStyle>
            <a:lvl1pPr algn="l">
              <a:defRPr sz="1200">
                <a:latin typeface="Arial" charset="0"/>
                <a:ea typeface="+mn-ea"/>
                <a:cs typeface="+mn-cs"/>
              </a:defRPr>
            </a:lvl1pPr>
          </a:lstStyle>
          <a:p>
            <a:pPr>
              <a:defRPr/>
            </a:pPr>
            <a:endParaRPr lang="en-US"/>
          </a:p>
        </p:txBody>
      </p:sp>
      <p:sp>
        <p:nvSpPr>
          <p:cNvPr id="3" name="Date Placeholder 2"/>
          <p:cNvSpPr>
            <a:spLocks noGrp="1"/>
          </p:cNvSpPr>
          <p:nvPr>
            <p:ph type="dt" idx="1"/>
          </p:nvPr>
        </p:nvSpPr>
        <p:spPr>
          <a:xfrm>
            <a:off x="3970339" y="0"/>
            <a:ext cx="3038475" cy="602392"/>
          </a:xfrm>
          <a:prstGeom prst="rect">
            <a:avLst/>
          </a:prstGeom>
        </p:spPr>
        <p:txBody>
          <a:bodyPr vert="horz" wrap="square" lIns="93177" tIns="46589" rIns="93177" bIns="46589" numCol="1" anchor="t" anchorCtr="0" compatLnSpc="1">
            <a:prstTxWarp prst="textNoShape">
              <a:avLst/>
            </a:prstTxWarp>
          </a:bodyPr>
          <a:lstStyle>
            <a:lvl1pPr algn="r">
              <a:defRPr sz="1200"/>
            </a:lvl1pPr>
          </a:lstStyle>
          <a:p>
            <a:fld id="{9ADC5788-3AFA-4451-BC67-BFEEAB944D67}" type="datetimeFigureOut">
              <a:rPr lang="en-US"/>
              <a:pPr/>
              <a:t>9/15/25</a:t>
            </a:fld>
            <a:endParaRPr lang="en-US"/>
          </a:p>
        </p:txBody>
      </p:sp>
      <p:sp>
        <p:nvSpPr>
          <p:cNvPr id="4" name="Slide Image Placeholder 3"/>
          <p:cNvSpPr>
            <a:spLocks noGrp="1" noRot="1" noChangeAspect="1"/>
          </p:cNvSpPr>
          <p:nvPr>
            <p:ph type="sldImg" idx="2"/>
          </p:nvPr>
        </p:nvSpPr>
        <p:spPr>
          <a:xfrm>
            <a:off x="-508000" y="903288"/>
            <a:ext cx="8026400" cy="4514850"/>
          </a:xfrm>
          <a:prstGeom prst="rect">
            <a:avLst/>
          </a:prstGeom>
          <a:noFill/>
          <a:ln w="12700">
            <a:solidFill>
              <a:prstClr val="black"/>
            </a:solidFill>
          </a:ln>
        </p:spPr>
        <p:txBody>
          <a:bodyPr vert="horz" lIns="93177" tIns="46589" rIns="93177" bIns="46589" rtlCol="0" anchor="ctr"/>
          <a:lstStyle/>
          <a:p>
            <a:pPr lvl="0"/>
            <a:endParaRPr lang="en-US" noProof="0" dirty="0"/>
          </a:p>
        </p:txBody>
      </p:sp>
      <p:sp>
        <p:nvSpPr>
          <p:cNvPr id="5" name="Notes Placeholder 4"/>
          <p:cNvSpPr>
            <a:spLocks noGrp="1"/>
          </p:cNvSpPr>
          <p:nvPr>
            <p:ph type="body" sz="quarter" idx="3"/>
          </p:nvPr>
        </p:nvSpPr>
        <p:spPr>
          <a:xfrm>
            <a:off x="701675" y="5719633"/>
            <a:ext cx="5607050" cy="5417409"/>
          </a:xfrm>
          <a:prstGeom prst="rect">
            <a:avLst/>
          </a:prstGeom>
        </p:spPr>
        <p:txBody>
          <a:bodyPr vert="horz" lIns="93177" tIns="46589" rIns="93177" bIns="46589" rtlCol="0">
            <a:normAutofit/>
          </a:body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6" name="Footer Placeholder 5"/>
          <p:cNvSpPr>
            <a:spLocks noGrp="1"/>
          </p:cNvSpPr>
          <p:nvPr>
            <p:ph type="ftr" sz="quarter" idx="4"/>
          </p:nvPr>
        </p:nvSpPr>
        <p:spPr>
          <a:xfrm>
            <a:off x="1" y="11435153"/>
            <a:ext cx="3038475" cy="602392"/>
          </a:xfrm>
          <a:prstGeom prst="rect">
            <a:avLst/>
          </a:prstGeom>
        </p:spPr>
        <p:txBody>
          <a:bodyPr vert="horz" lIns="93177" tIns="46589" rIns="93177" bIns="46589" rtlCol="0" anchor="b"/>
          <a:lstStyle>
            <a:lvl1pPr algn="l">
              <a:defRPr sz="1200">
                <a:latin typeface="Arial" charset="0"/>
                <a:ea typeface="+mn-ea"/>
                <a:cs typeface="+mn-cs"/>
              </a:defRPr>
            </a:lvl1pPr>
          </a:lstStyle>
          <a:p>
            <a:pPr>
              <a:defRPr/>
            </a:pPr>
            <a:endParaRPr lang="en-US"/>
          </a:p>
        </p:txBody>
      </p:sp>
      <p:sp>
        <p:nvSpPr>
          <p:cNvPr id="7" name="Slide Number Placeholder 6"/>
          <p:cNvSpPr>
            <a:spLocks noGrp="1"/>
          </p:cNvSpPr>
          <p:nvPr>
            <p:ph type="sldNum" sz="quarter" idx="5"/>
          </p:nvPr>
        </p:nvSpPr>
        <p:spPr>
          <a:xfrm>
            <a:off x="3970339" y="11435153"/>
            <a:ext cx="3038475" cy="602392"/>
          </a:xfrm>
          <a:prstGeom prst="rect">
            <a:avLst/>
          </a:prstGeom>
        </p:spPr>
        <p:txBody>
          <a:bodyPr vert="horz" wrap="square" lIns="93177" tIns="46589" rIns="93177" bIns="46589" numCol="1" anchor="b" anchorCtr="0" compatLnSpc="1">
            <a:prstTxWarp prst="textNoShape">
              <a:avLst/>
            </a:prstTxWarp>
          </a:bodyPr>
          <a:lstStyle>
            <a:lvl1pPr algn="r">
              <a:defRPr sz="1200"/>
            </a:lvl1pPr>
          </a:lstStyle>
          <a:p>
            <a:fld id="{06A0A3C6-4E22-46FB-836F-CA2C48EC4DC1}" type="slidenum">
              <a:rPr lang="en-US"/>
              <a:pPr/>
              <a:t>‹#›</a:t>
            </a:fld>
            <a:endParaRPr lang="en-US"/>
          </a:p>
        </p:txBody>
      </p:sp>
    </p:spTree>
    <p:extLst>
      <p:ext uri="{BB962C8B-B14F-4D97-AF65-F5344CB8AC3E}">
        <p14:creationId xmlns:p14="http://schemas.microsoft.com/office/powerpoint/2010/main" val="2040337041"/>
      </p:ext>
    </p:extLst>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sz="1200" kern="1200">
        <a:solidFill>
          <a:schemeClr val="tx1"/>
        </a:solidFill>
        <a:latin typeface="Arial" pitchFamily="34" charset="0"/>
        <a:ea typeface="ＭＳ Ｐゴシック" charset="0"/>
        <a:cs typeface="ＭＳ Ｐゴシック" charset="0"/>
      </a:defRPr>
    </a:lvl1pPr>
    <a:lvl2pPr marL="457200" algn="l" rtl="0" eaLnBrk="0" fontAlgn="base" hangingPunct="0">
      <a:spcBef>
        <a:spcPct val="30000"/>
      </a:spcBef>
      <a:spcAft>
        <a:spcPct val="0"/>
      </a:spcAft>
      <a:defRPr sz="1200" kern="1200">
        <a:solidFill>
          <a:schemeClr val="tx1"/>
        </a:solidFill>
        <a:latin typeface="Arial" pitchFamily="34" charset="0"/>
        <a:ea typeface="ＭＳ Ｐゴシック" charset="0"/>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ＭＳ Ｐゴシック" charset="0"/>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ＭＳ Ｐゴシック" charset="0"/>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 Background 2">
    <p:spTree>
      <p:nvGrpSpPr>
        <p:cNvPr id="1" name=""/>
        <p:cNvGrpSpPr/>
        <p:nvPr/>
      </p:nvGrpSpPr>
      <p:grpSpPr>
        <a:xfrm>
          <a:off x="0" y="0"/>
          <a:ext cx="0" cy="0"/>
          <a:chOff x="0" y="0"/>
          <a:chExt cx="0" cy="0"/>
        </a:xfrm>
      </p:grpSpPr>
      <p:sp>
        <p:nvSpPr>
          <p:cNvPr id="9" name="Text Placeholder 8"/>
          <p:cNvSpPr>
            <a:spLocks noGrp="1"/>
          </p:cNvSpPr>
          <p:nvPr userDrawn="1">
            <p:ph type="body" sz="quarter" idx="12"/>
          </p:nvPr>
        </p:nvSpPr>
        <p:spPr>
          <a:xfrm>
            <a:off x="609602" y="3200405"/>
            <a:ext cx="9144001" cy="1562099"/>
          </a:xfrm>
          <a:prstGeom prst="rect">
            <a:avLst/>
          </a:prstGeom>
        </p:spPr>
        <p:txBody>
          <a:bodyPr/>
          <a:lstStyle>
            <a:lvl1pPr>
              <a:defRPr/>
            </a:lvl1pPr>
          </a:lstStyle>
          <a:p>
            <a:pPr lvl="0"/>
            <a:r>
              <a:rPr lang="en-US"/>
              <a:t>Click to edit Master text styles</a:t>
            </a:r>
          </a:p>
        </p:txBody>
      </p:sp>
      <p:sp>
        <p:nvSpPr>
          <p:cNvPr id="2" name="Title 1"/>
          <p:cNvSpPr>
            <a:spLocks noGrp="1"/>
          </p:cNvSpPr>
          <p:nvPr userDrawn="1">
            <p:ph type="title"/>
          </p:nvPr>
        </p:nvSpPr>
        <p:spPr>
          <a:xfrm>
            <a:off x="609600" y="1924055"/>
            <a:ext cx="9144000" cy="1107559"/>
          </a:xfrm>
          <a:prstGeom prst="rect">
            <a:avLst/>
          </a:prstGeom>
        </p:spPr>
        <p:txBody>
          <a:bodyPr/>
          <a:lstStyle/>
          <a:p>
            <a:r>
              <a:rPr lang="en-US"/>
              <a:t>Click to edit Master title style</a:t>
            </a:r>
            <a:endParaRPr lang="en-US" dirty="0"/>
          </a:p>
        </p:txBody>
      </p:sp>
      <p:sp>
        <p:nvSpPr>
          <p:cNvPr id="3" name="Slide Number Placeholder 2"/>
          <p:cNvSpPr>
            <a:spLocks noGrp="1"/>
          </p:cNvSpPr>
          <p:nvPr userDrawn="1">
            <p:ph type="sldNum" sz="quarter" idx="10"/>
          </p:nvPr>
        </p:nvSpPr>
        <p:spPr/>
        <p:txBody>
          <a:bodyPr/>
          <a:lstStyle>
            <a:lvl1pPr>
              <a:defRPr b="1">
                <a:effectLst>
                  <a:outerShdw blurRad="38100" dist="38100" dir="2700000" algn="tl">
                    <a:srgbClr val="000000">
                      <a:alpha val="43137"/>
                    </a:srgbClr>
                  </a:outerShdw>
                </a:effectLst>
              </a:defRPr>
            </a:lvl1pPr>
          </a:lstStyle>
          <a:p>
            <a:fld id="{0D0E9D3B-CB56-40AE-B0A9-8DA5E1AEFDB7}" type="slidenum">
              <a:rPr lang="en-US" smtClean="0"/>
              <a:pPr/>
              <a:t>‹#›</a:t>
            </a:fld>
            <a:endParaRPr lang="en-US" dirty="0"/>
          </a:p>
        </p:txBody>
      </p:sp>
      <p:sp>
        <p:nvSpPr>
          <p:cNvPr id="4" name="Footer Placeholder 3"/>
          <p:cNvSpPr>
            <a:spLocks noGrp="1"/>
          </p:cNvSpPr>
          <p:nvPr userDrawn="1">
            <p:ph type="ftr" sz="quarter" idx="11"/>
          </p:nvPr>
        </p:nvSpPr>
        <p:spPr/>
        <p:txBody>
          <a:bodyPr/>
          <a:lstStyle/>
          <a:p>
            <a:r>
              <a:rPr lang="en-US"/>
              <a:t>File Name</a:t>
            </a:r>
            <a:endParaRPr lang="en-US" dirty="0"/>
          </a:p>
        </p:txBody>
      </p:sp>
      <p:sp>
        <p:nvSpPr>
          <p:cNvPr id="7" name="Text Placeholder 6"/>
          <p:cNvSpPr>
            <a:spLocks noGrp="1"/>
          </p:cNvSpPr>
          <p:nvPr>
            <p:ph type="body" sz="quarter" idx="13" hasCustomPrompt="1"/>
          </p:nvPr>
        </p:nvSpPr>
        <p:spPr>
          <a:xfrm>
            <a:off x="1" y="106998"/>
            <a:ext cx="12191999" cy="403225"/>
          </a:xfrm>
          <a:prstGeom prst="rect">
            <a:avLst/>
          </a:prstGeom>
        </p:spPr>
        <p:txBody>
          <a:bodyPr>
            <a:normAutofit/>
          </a:bodyPr>
          <a:lstStyle>
            <a:lvl1pPr algn="ctr">
              <a:buFontTx/>
              <a:buNone/>
              <a:defRPr sz="1200">
                <a:solidFill>
                  <a:schemeClr val="bg1"/>
                </a:solidFill>
                <a:effectLst>
                  <a:outerShdw blurRad="38100" dist="38100" dir="2700000" algn="tl">
                    <a:srgbClr val="000000">
                      <a:alpha val="43137"/>
                    </a:srgbClr>
                  </a:outerShdw>
                </a:effectLst>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dirty="0"/>
              <a:t>CLICK TO ENTER CLASSIFICATION</a:t>
            </a:r>
          </a:p>
        </p:txBody>
      </p:sp>
      <p:sp>
        <p:nvSpPr>
          <p:cNvPr id="11" name="Text Placeholder 10"/>
          <p:cNvSpPr>
            <a:spLocks noGrp="1"/>
          </p:cNvSpPr>
          <p:nvPr>
            <p:ph type="body" sz="quarter" idx="14" hasCustomPrompt="1"/>
          </p:nvPr>
        </p:nvSpPr>
        <p:spPr>
          <a:xfrm>
            <a:off x="0" y="6455410"/>
            <a:ext cx="12192000" cy="295910"/>
          </a:xfrm>
          <a:prstGeom prst="rect">
            <a:avLst/>
          </a:prstGeom>
        </p:spPr>
        <p:txBody>
          <a:bodyPr vert="horz" lIns="91440" tIns="45720" rIns="91440" bIns="45720" rtlCol="0">
            <a:normAutofit/>
          </a:bodyPr>
          <a:lstStyle>
            <a:lvl1pPr algn="ctr">
              <a:defRPr lang="en-US" sz="1200" smtClean="0">
                <a:solidFill>
                  <a:schemeClr val="bg1"/>
                </a:solidFill>
                <a:effectLst>
                  <a:outerShdw blurRad="38100" dist="38100" dir="2700000" algn="tl">
                    <a:srgbClr val="000000">
                      <a:alpha val="43137"/>
                    </a:srgbClr>
                  </a:outerShdw>
                </a:effectLst>
              </a:defRPr>
            </a:lvl1pPr>
            <a:lvl2pPr>
              <a:defRPr lang="en-US" smtClean="0"/>
            </a:lvl2pPr>
            <a:lvl3pPr>
              <a:defRPr lang="en-US" smtClean="0"/>
            </a:lvl3pPr>
            <a:lvl4pPr>
              <a:defRPr lang="en-US" smtClean="0"/>
            </a:lvl4pPr>
            <a:lvl5pPr>
              <a:defRPr lang="en-US"/>
            </a:lvl5pPr>
          </a:lstStyle>
          <a:p>
            <a:pPr lvl="0" algn="ctr">
              <a:buFontTx/>
            </a:pPr>
            <a:r>
              <a:rPr lang="en-US" dirty="0"/>
              <a:t>CLICK TO ENTER CLASSIFICATION</a:t>
            </a:r>
          </a:p>
        </p:txBody>
      </p:sp>
    </p:spTree>
    <p:extLst>
      <p:ext uri="{BB962C8B-B14F-4D97-AF65-F5344CB8AC3E}">
        <p14:creationId xmlns:p14="http://schemas.microsoft.com/office/powerpoint/2010/main" val="2242102173"/>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 1 Colum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0" y="1225550"/>
            <a:ext cx="11176000" cy="4718049"/>
          </a:xfrm>
          <a:prstGeom prst="rect">
            <a:avLst/>
          </a:prstGeom>
          <a:noFill/>
          <a:ln w="9525">
            <a:noFill/>
            <a:miter lim="800000"/>
            <a:headEnd/>
            <a:tailEnd/>
          </a:ln>
        </p:spPr>
        <p:txBody>
          <a:bodyPr/>
          <a:lstStyle>
            <a:lvl1pPr marL="0" indent="0">
              <a:buNone/>
              <a:defRPr sz="1800">
                <a:solidFill>
                  <a:schemeClr val="tx1">
                    <a:lumMod val="75000"/>
                    <a:lumOff val="25000"/>
                  </a:schemeClr>
                </a:solidFill>
              </a:defRPr>
            </a:lvl1pPr>
            <a:lvl2pPr>
              <a:defRPr sz="1800">
                <a:solidFill>
                  <a:schemeClr val="tx1">
                    <a:lumMod val="75000"/>
                    <a:lumOff val="25000"/>
                  </a:schemeClr>
                </a:solidFill>
              </a:defRPr>
            </a:lvl2pPr>
            <a:lvl3pPr>
              <a:defRPr sz="1500">
                <a:solidFill>
                  <a:schemeClr val="tx1">
                    <a:lumMod val="75000"/>
                    <a:lumOff val="25000"/>
                  </a:schemeClr>
                </a:solidFill>
              </a:defRPr>
            </a:lvl3pPr>
            <a:lvl4pPr>
              <a:defRPr sz="1500">
                <a:solidFill>
                  <a:schemeClr val="tx1">
                    <a:lumMod val="75000"/>
                    <a:lumOff val="25000"/>
                  </a:schemeClr>
                </a:solidFill>
              </a:defRPr>
            </a:lvl4pPr>
            <a:lvl5pPr>
              <a:defRPr sz="1500">
                <a:solidFill>
                  <a:schemeClr val="tx1">
                    <a:lumMod val="75000"/>
                    <a:lumOff val="25000"/>
                  </a:schemeClr>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Tree>
    <p:extLst>
      <p:ext uri="{BB962C8B-B14F-4D97-AF65-F5344CB8AC3E}">
        <p14:creationId xmlns:p14="http://schemas.microsoft.com/office/powerpoint/2010/main" val="8000213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Picture with Captio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3" y="5834379"/>
            <a:ext cx="8470900" cy="328296"/>
          </a:xfrm>
          <a:prstGeom prst="rect">
            <a:avLst/>
          </a:prstGeom>
          <a:noFill/>
          <a:ln w="9525">
            <a:noFill/>
            <a:miter lim="800000"/>
            <a:headEnd/>
            <a:tailEnd/>
          </a:ln>
        </p:spPr>
        <p:txBody>
          <a:bodyPr lIns="91440" tIns="0" numCol="1"/>
          <a:lstStyle>
            <a:lvl1pPr marL="0" indent="0">
              <a:buNone/>
              <a:defRPr sz="1200">
                <a:solidFill>
                  <a:schemeClr val="tx1">
                    <a:lumMod val="75000"/>
                    <a:lumOff val="25000"/>
                  </a:schemeClr>
                </a:solidFill>
              </a:defRPr>
            </a:lvl1pPr>
            <a:lvl2pPr>
              <a:defRPr sz="1800">
                <a:solidFill>
                  <a:srgbClr val="83847A"/>
                </a:solidFill>
              </a:defRPr>
            </a:lvl2pPr>
            <a:lvl3pPr>
              <a:defRPr sz="1500">
                <a:solidFill>
                  <a:srgbClr val="83847A"/>
                </a:solidFill>
              </a:defRPr>
            </a:lvl3pPr>
            <a:lvl4pPr>
              <a:defRPr sz="1500">
                <a:solidFill>
                  <a:srgbClr val="83847A"/>
                </a:solidFill>
              </a:defRPr>
            </a:lvl4pPr>
            <a:lvl5pPr>
              <a:defRPr sz="1500">
                <a:solidFill>
                  <a:srgbClr val="83847A"/>
                </a:solidFill>
              </a:defRPr>
            </a:lvl5pPr>
          </a:lstStyle>
          <a:p>
            <a:pPr lvl="0"/>
            <a:r>
              <a:rPr lang="en-US" noProof="0" dirty="0"/>
              <a:t>Click to edit Master text styles</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3" name="Picture Placeholder 2"/>
          <p:cNvSpPr>
            <a:spLocks noGrp="1"/>
          </p:cNvSpPr>
          <p:nvPr>
            <p:ph type="pic" sz="quarter" idx="12"/>
          </p:nvPr>
        </p:nvSpPr>
        <p:spPr>
          <a:xfrm>
            <a:off x="406400" y="942975"/>
            <a:ext cx="11176000" cy="4761228"/>
          </a:xfrm>
        </p:spPr>
        <p:txBody>
          <a:bodyPr/>
          <a:lstStyle/>
          <a:p>
            <a:endParaRPr lang="en-US"/>
          </a:p>
        </p:txBody>
      </p:sp>
    </p:spTree>
    <p:extLst>
      <p:ext uri="{BB962C8B-B14F-4D97-AF65-F5344CB8AC3E}">
        <p14:creationId xmlns:p14="http://schemas.microsoft.com/office/powerpoint/2010/main" val="3800186101"/>
      </p:ext>
    </p:extLst>
  </p:cSld>
  <p:clrMapOvr>
    <a:masterClrMapping/>
  </p:clrMapOvr>
  <p:extLst>
    <p:ext uri="{DCECCB84-F9BA-43D5-87BE-67443E8EF086}">
      <p15:sldGuideLst xmlns:p15="http://schemas.microsoft.com/office/powerpoint/2012/main">
        <p15:guide id="1" orient="horz" pos="594">
          <p15:clr>
            <a:srgbClr val="FBAE40"/>
          </p15:clr>
        </p15:guide>
        <p15:guide id="2" orient="horz" pos="516">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 Quad-Chart">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
        <p:nvSpPr>
          <p:cNvPr id="6" name="Content Placeholder 2"/>
          <p:cNvSpPr>
            <a:spLocks noGrp="1"/>
          </p:cNvSpPr>
          <p:nvPr>
            <p:ph sz="quarter" idx="18"/>
          </p:nvPr>
        </p:nvSpPr>
        <p:spPr>
          <a:xfrm>
            <a:off x="4064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p:cNvSpPr>
            <a:spLocks noGrp="1"/>
          </p:cNvSpPr>
          <p:nvPr>
            <p:ph sz="quarter" idx="19"/>
          </p:nvPr>
        </p:nvSpPr>
        <p:spPr>
          <a:xfrm>
            <a:off x="60960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p:cNvCxnSpPr/>
          <p:nvPr userDrawn="1"/>
        </p:nvCxnSpPr>
        <p:spPr>
          <a:xfrm>
            <a:off x="406400" y="3549650"/>
            <a:ext cx="11176000"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a:off x="5990527" y="1225554"/>
            <a:ext cx="0" cy="4657725"/>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94223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13272607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1687"/>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6" name="Text Placeholder 3"/>
          <p:cNvSpPr>
            <a:spLocks noGrp="1"/>
          </p:cNvSpPr>
          <p:nvPr>
            <p:ph type="body" sz="quarter" idx="3"/>
          </p:nvPr>
        </p:nvSpPr>
        <p:spPr>
          <a:xfrm>
            <a:off x="6096000" y="1230511"/>
            <a:ext cx="5486400" cy="663266"/>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9" name="Text Placeholder 3"/>
          <p:cNvSpPr>
            <a:spLocks noGrp="1"/>
          </p:cNvSpPr>
          <p:nvPr>
            <p:ph type="body" sz="quarter" idx="13"/>
          </p:nvPr>
        </p:nvSpPr>
        <p:spPr>
          <a:xfrm>
            <a:off x="406400" y="1230516"/>
            <a:ext cx="5486400" cy="666241"/>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3" name="Content Placeholder 2"/>
          <p:cNvSpPr>
            <a:spLocks noGrp="1"/>
          </p:cNvSpPr>
          <p:nvPr>
            <p:ph sz="quarter" idx="15"/>
          </p:nvPr>
        </p:nvSpPr>
        <p:spPr>
          <a:xfrm>
            <a:off x="4064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26956979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 and Content - 1 Colum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0" y="1225550"/>
            <a:ext cx="11176000" cy="4718049"/>
          </a:xfrm>
          <a:prstGeom prst="rect">
            <a:avLst/>
          </a:prstGeom>
          <a:noFill/>
          <a:ln w="9525">
            <a:noFill/>
            <a:miter lim="800000"/>
            <a:headEnd/>
            <a:tailEnd/>
          </a:ln>
        </p:spPr>
        <p:txBody>
          <a:bodyPr/>
          <a:lstStyle>
            <a:lvl1pPr marL="0" indent="0">
              <a:buNone/>
              <a:defRPr sz="1800">
                <a:solidFill>
                  <a:schemeClr val="tx1">
                    <a:lumMod val="75000"/>
                    <a:lumOff val="25000"/>
                  </a:schemeClr>
                </a:solidFill>
              </a:defRPr>
            </a:lvl1pPr>
            <a:lvl2pPr>
              <a:defRPr sz="1800">
                <a:solidFill>
                  <a:schemeClr val="tx1">
                    <a:lumMod val="75000"/>
                    <a:lumOff val="25000"/>
                  </a:schemeClr>
                </a:solidFill>
              </a:defRPr>
            </a:lvl2pPr>
            <a:lvl3pPr>
              <a:defRPr sz="1500">
                <a:solidFill>
                  <a:schemeClr val="tx1">
                    <a:lumMod val="75000"/>
                    <a:lumOff val="25000"/>
                  </a:schemeClr>
                </a:solidFill>
              </a:defRPr>
            </a:lvl3pPr>
            <a:lvl4pPr>
              <a:defRPr sz="1500">
                <a:solidFill>
                  <a:schemeClr val="tx1">
                    <a:lumMod val="75000"/>
                    <a:lumOff val="25000"/>
                  </a:schemeClr>
                </a:solidFill>
              </a:defRPr>
            </a:lvl4pPr>
            <a:lvl5pPr>
              <a:defRPr sz="1500">
                <a:solidFill>
                  <a:schemeClr val="tx1">
                    <a:lumMod val="75000"/>
                    <a:lumOff val="25000"/>
                  </a:schemeClr>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Tree>
    <p:extLst>
      <p:ext uri="{BB962C8B-B14F-4D97-AF65-F5344CB8AC3E}">
        <p14:creationId xmlns:p14="http://schemas.microsoft.com/office/powerpoint/2010/main" val="454955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Picture with Captio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3" y="5834379"/>
            <a:ext cx="8470900" cy="328296"/>
          </a:xfrm>
          <a:prstGeom prst="rect">
            <a:avLst/>
          </a:prstGeom>
          <a:noFill/>
          <a:ln w="9525">
            <a:noFill/>
            <a:miter lim="800000"/>
            <a:headEnd/>
            <a:tailEnd/>
          </a:ln>
        </p:spPr>
        <p:txBody>
          <a:bodyPr lIns="91440" tIns="0" numCol="1"/>
          <a:lstStyle>
            <a:lvl1pPr marL="0" indent="0">
              <a:buNone/>
              <a:defRPr sz="1200">
                <a:solidFill>
                  <a:schemeClr val="tx1">
                    <a:lumMod val="75000"/>
                    <a:lumOff val="25000"/>
                  </a:schemeClr>
                </a:solidFill>
              </a:defRPr>
            </a:lvl1pPr>
            <a:lvl2pPr>
              <a:defRPr sz="1800">
                <a:solidFill>
                  <a:srgbClr val="83847A"/>
                </a:solidFill>
              </a:defRPr>
            </a:lvl2pPr>
            <a:lvl3pPr>
              <a:defRPr sz="1500">
                <a:solidFill>
                  <a:srgbClr val="83847A"/>
                </a:solidFill>
              </a:defRPr>
            </a:lvl3pPr>
            <a:lvl4pPr>
              <a:defRPr sz="1500">
                <a:solidFill>
                  <a:srgbClr val="83847A"/>
                </a:solidFill>
              </a:defRPr>
            </a:lvl4pPr>
            <a:lvl5pPr>
              <a:defRPr sz="1500">
                <a:solidFill>
                  <a:srgbClr val="83847A"/>
                </a:solidFill>
              </a:defRPr>
            </a:lvl5pPr>
          </a:lstStyle>
          <a:p>
            <a:pPr lvl="0"/>
            <a:r>
              <a:rPr lang="en-US" noProof="0" dirty="0"/>
              <a:t>Click to edit Master text styles</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3" name="Picture Placeholder 2"/>
          <p:cNvSpPr>
            <a:spLocks noGrp="1"/>
          </p:cNvSpPr>
          <p:nvPr>
            <p:ph type="pic" sz="quarter" idx="12"/>
          </p:nvPr>
        </p:nvSpPr>
        <p:spPr>
          <a:xfrm>
            <a:off x="406400" y="942975"/>
            <a:ext cx="11176000" cy="4761228"/>
          </a:xfrm>
        </p:spPr>
        <p:txBody>
          <a:bodyPr/>
          <a:lstStyle/>
          <a:p>
            <a:endParaRPr lang="en-US"/>
          </a:p>
        </p:txBody>
      </p:sp>
    </p:spTree>
    <p:extLst>
      <p:ext uri="{BB962C8B-B14F-4D97-AF65-F5344CB8AC3E}">
        <p14:creationId xmlns:p14="http://schemas.microsoft.com/office/powerpoint/2010/main" val="4269065736"/>
      </p:ext>
    </p:extLst>
  </p:cSld>
  <p:clrMapOvr>
    <a:masterClrMapping/>
  </p:clrMapOvr>
  <p:extLst>
    <p:ext uri="{DCECCB84-F9BA-43D5-87BE-67443E8EF086}">
      <p15:sldGuideLst xmlns:p15="http://schemas.microsoft.com/office/powerpoint/2012/main">
        <p15:guide id="1" orient="horz" pos="594">
          <p15:clr>
            <a:srgbClr val="FBAE40"/>
          </p15:clr>
        </p15:guide>
        <p15:guide id="2" orient="horz" pos="516">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3639574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 Quad-Chart">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
        <p:nvSpPr>
          <p:cNvPr id="6" name="Content Placeholder 2"/>
          <p:cNvSpPr>
            <a:spLocks noGrp="1"/>
          </p:cNvSpPr>
          <p:nvPr>
            <p:ph sz="quarter" idx="18"/>
          </p:nvPr>
        </p:nvSpPr>
        <p:spPr>
          <a:xfrm>
            <a:off x="4064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p:cNvSpPr>
            <a:spLocks noGrp="1"/>
          </p:cNvSpPr>
          <p:nvPr>
            <p:ph sz="quarter" idx="19"/>
          </p:nvPr>
        </p:nvSpPr>
        <p:spPr>
          <a:xfrm>
            <a:off x="60960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p:cNvCxnSpPr/>
          <p:nvPr userDrawn="1"/>
        </p:nvCxnSpPr>
        <p:spPr>
          <a:xfrm>
            <a:off x="406400" y="3549650"/>
            <a:ext cx="11176000"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a:off x="5990527" y="1225554"/>
            <a:ext cx="0" cy="4657725"/>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44970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1687"/>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6" name="Text Placeholder 3"/>
          <p:cNvSpPr>
            <a:spLocks noGrp="1"/>
          </p:cNvSpPr>
          <p:nvPr>
            <p:ph type="body" sz="quarter" idx="3"/>
          </p:nvPr>
        </p:nvSpPr>
        <p:spPr>
          <a:xfrm>
            <a:off x="6096000" y="1230511"/>
            <a:ext cx="5486400" cy="663266"/>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9" name="Text Placeholder 3"/>
          <p:cNvSpPr>
            <a:spLocks noGrp="1"/>
          </p:cNvSpPr>
          <p:nvPr>
            <p:ph type="body" sz="quarter" idx="13"/>
          </p:nvPr>
        </p:nvSpPr>
        <p:spPr>
          <a:xfrm>
            <a:off x="406400" y="1230516"/>
            <a:ext cx="5486400" cy="666241"/>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3" name="Content Placeholder 2"/>
          <p:cNvSpPr>
            <a:spLocks noGrp="1"/>
          </p:cNvSpPr>
          <p:nvPr>
            <p:ph sz="quarter" idx="15"/>
          </p:nvPr>
        </p:nvSpPr>
        <p:spPr>
          <a:xfrm>
            <a:off x="4064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203831345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itle and Content - 1 Colum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0" y="1225550"/>
            <a:ext cx="11176000" cy="4718049"/>
          </a:xfrm>
          <a:prstGeom prst="rect">
            <a:avLst/>
          </a:prstGeom>
          <a:noFill/>
          <a:ln w="9525">
            <a:noFill/>
            <a:miter lim="800000"/>
            <a:headEnd/>
            <a:tailEnd/>
          </a:ln>
        </p:spPr>
        <p:txBody>
          <a:bodyPr/>
          <a:lstStyle>
            <a:lvl1pPr marL="0" indent="0">
              <a:buNone/>
              <a:defRPr sz="1800">
                <a:solidFill>
                  <a:schemeClr val="tx1">
                    <a:lumMod val="75000"/>
                    <a:lumOff val="25000"/>
                  </a:schemeClr>
                </a:solidFill>
              </a:defRPr>
            </a:lvl1pPr>
            <a:lvl2pPr>
              <a:defRPr sz="1800">
                <a:solidFill>
                  <a:schemeClr val="tx1">
                    <a:lumMod val="75000"/>
                    <a:lumOff val="25000"/>
                  </a:schemeClr>
                </a:solidFill>
              </a:defRPr>
            </a:lvl2pPr>
            <a:lvl3pPr>
              <a:defRPr sz="1500">
                <a:solidFill>
                  <a:schemeClr val="tx1">
                    <a:lumMod val="75000"/>
                    <a:lumOff val="25000"/>
                  </a:schemeClr>
                </a:solidFill>
              </a:defRPr>
            </a:lvl3pPr>
            <a:lvl4pPr>
              <a:defRPr sz="1500">
                <a:solidFill>
                  <a:schemeClr val="tx1">
                    <a:lumMod val="75000"/>
                    <a:lumOff val="25000"/>
                  </a:schemeClr>
                </a:solidFill>
              </a:defRPr>
            </a:lvl4pPr>
            <a:lvl5pPr>
              <a:defRPr sz="1500">
                <a:solidFill>
                  <a:schemeClr val="tx1">
                    <a:lumMod val="75000"/>
                    <a:lumOff val="25000"/>
                  </a:schemeClr>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Tree>
    <p:extLst>
      <p:ext uri="{BB962C8B-B14F-4D97-AF65-F5344CB8AC3E}">
        <p14:creationId xmlns:p14="http://schemas.microsoft.com/office/powerpoint/2010/main" val="323782037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Picture with Captio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3" y="5834379"/>
            <a:ext cx="8470900" cy="328296"/>
          </a:xfrm>
          <a:prstGeom prst="rect">
            <a:avLst/>
          </a:prstGeom>
          <a:noFill/>
          <a:ln w="9525">
            <a:noFill/>
            <a:miter lim="800000"/>
            <a:headEnd/>
            <a:tailEnd/>
          </a:ln>
        </p:spPr>
        <p:txBody>
          <a:bodyPr lIns="91440" tIns="0" numCol="1"/>
          <a:lstStyle>
            <a:lvl1pPr marL="0" indent="0">
              <a:buNone/>
              <a:defRPr sz="1200">
                <a:solidFill>
                  <a:schemeClr val="tx1">
                    <a:lumMod val="75000"/>
                    <a:lumOff val="25000"/>
                  </a:schemeClr>
                </a:solidFill>
              </a:defRPr>
            </a:lvl1pPr>
            <a:lvl2pPr>
              <a:defRPr sz="1800">
                <a:solidFill>
                  <a:srgbClr val="83847A"/>
                </a:solidFill>
              </a:defRPr>
            </a:lvl2pPr>
            <a:lvl3pPr>
              <a:defRPr sz="1500">
                <a:solidFill>
                  <a:srgbClr val="83847A"/>
                </a:solidFill>
              </a:defRPr>
            </a:lvl3pPr>
            <a:lvl4pPr>
              <a:defRPr sz="1500">
                <a:solidFill>
                  <a:srgbClr val="83847A"/>
                </a:solidFill>
              </a:defRPr>
            </a:lvl4pPr>
            <a:lvl5pPr>
              <a:defRPr sz="1500">
                <a:solidFill>
                  <a:srgbClr val="83847A"/>
                </a:solidFill>
              </a:defRPr>
            </a:lvl5pPr>
          </a:lstStyle>
          <a:p>
            <a:pPr lvl="0"/>
            <a:r>
              <a:rPr lang="en-US" noProof="0" dirty="0"/>
              <a:t>Click to edit Master text styles</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3" name="Picture Placeholder 2"/>
          <p:cNvSpPr>
            <a:spLocks noGrp="1"/>
          </p:cNvSpPr>
          <p:nvPr>
            <p:ph type="pic" sz="quarter" idx="12"/>
          </p:nvPr>
        </p:nvSpPr>
        <p:spPr>
          <a:xfrm>
            <a:off x="406400" y="942975"/>
            <a:ext cx="11176000" cy="4761228"/>
          </a:xfrm>
        </p:spPr>
        <p:txBody>
          <a:bodyPr/>
          <a:lstStyle/>
          <a:p>
            <a:endParaRPr lang="en-US"/>
          </a:p>
        </p:txBody>
      </p:sp>
    </p:spTree>
    <p:extLst>
      <p:ext uri="{BB962C8B-B14F-4D97-AF65-F5344CB8AC3E}">
        <p14:creationId xmlns:p14="http://schemas.microsoft.com/office/powerpoint/2010/main" val="279750143"/>
      </p:ext>
    </p:extLst>
  </p:cSld>
  <p:clrMapOvr>
    <a:masterClrMapping/>
  </p:clrMapOvr>
  <p:extLst>
    <p:ext uri="{DCECCB84-F9BA-43D5-87BE-67443E8EF086}">
      <p15:sldGuideLst xmlns:p15="http://schemas.microsoft.com/office/powerpoint/2012/main">
        <p15:guide id="1" orient="horz" pos="594" userDrawn="1">
          <p15:clr>
            <a:srgbClr val="FBAE40"/>
          </p15:clr>
        </p15:guide>
        <p15:guide id="2" orient="horz" pos="516"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103596195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1687"/>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6" name="Text Placeholder 3"/>
          <p:cNvSpPr>
            <a:spLocks noGrp="1"/>
          </p:cNvSpPr>
          <p:nvPr>
            <p:ph type="body" sz="quarter" idx="3"/>
          </p:nvPr>
        </p:nvSpPr>
        <p:spPr>
          <a:xfrm>
            <a:off x="6096000" y="1230511"/>
            <a:ext cx="5486400" cy="663266"/>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9" name="Text Placeholder 3"/>
          <p:cNvSpPr>
            <a:spLocks noGrp="1"/>
          </p:cNvSpPr>
          <p:nvPr>
            <p:ph type="body" sz="quarter" idx="13"/>
          </p:nvPr>
        </p:nvSpPr>
        <p:spPr>
          <a:xfrm>
            <a:off x="406400" y="1230516"/>
            <a:ext cx="5486400" cy="666241"/>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3" name="Content Placeholder 2"/>
          <p:cNvSpPr>
            <a:spLocks noGrp="1"/>
          </p:cNvSpPr>
          <p:nvPr>
            <p:ph sz="quarter" idx="15"/>
          </p:nvPr>
        </p:nvSpPr>
        <p:spPr>
          <a:xfrm>
            <a:off x="4064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23025742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 2 Odd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3" y="1225550"/>
            <a:ext cx="35941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4127503" y="1225550"/>
            <a:ext cx="74549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290629991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 Quad-Chart">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
        <p:nvSpPr>
          <p:cNvPr id="6" name="Content Placeholder 2"/>
          <p:cNvSpPr>
            <a:spLocks noGrp="1"/>
          </p:cNvSpPr>
          <p:nvPr>
            <p:ph sz="quarter" idx="18"/>
          </p:nvPr>
        </p:nvSpPr>
        <p:spPr>
          <a:xfrm>
            <a:off x="4064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p:cNvSpPr>
            <a:spLocks noGrp="1"/>
          </p:cNvSpPr>
          <p:nvPr>
            <p:ph sz="quarter" idx="19"/>
          </p:nvPr>
        </p:nvSpPr>
        <p:spPr>
          <a:xfrm>
            <a:off x="60960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p:cNvCxnSpPr/>
          <p:nvPr userDrawn="1"/>
        </p:nvCxnSpPr>
        <p:spPr>
          <a:xfrm>
            <a:off x="406400" y="3549650"/>
            <a:ext cx="11176000"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a:off x="5990527" y="1225554"/>
            <a:ext cx="0" cy="4657725"/>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3600415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hort 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6" name="Text Placeholder 3"/>
          <p:cNvSpPr>
            <a:spLocks noGrp="1"/>
          </p:cNvSpPr>
          <p:nvPr>
            <p:ph type="body" sz="quarter" idx="3"/>
          </p:nvPr>
        </p:nvSpPr>
        <p:spPr>
          <a:xfrm>
            <a:off x="6096000" y="942975"/>
            <a:ext cx="5486400" cy="663266"/>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7" name="Text Placeholder 3"/>
          <p:cNvSpPr>
            <a:spLocks noGrp="1"/>
          </p:cNvSpPr>
          <p:nvPr>
            <p:ph type="body" sz="quarter" idx="13"/>
          </p:nvPr>
        </p:nvSpPr>
        <p:spPr>
          <a:xfrm>
            <a:off x="406400" y="942980"/>
            <a:ext cx="5486400" cy="666241"/>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8" name="Content Placeholder 2"/>
          <p:cNvSpPr>
            <a:spLocks noGrp="1"/>
          </p:cNvSpPr>
          <p:nvPr>
            <p:ph sz="quarter" idx="15"/>
          </p:nvPr>
        </p:nvSpPr>
        <p:spPr>
          <a:xfrm>
            <a:off x="406400" y="1693664"/>
            <a:ext cx="5486400" cy="4230886"/>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2"/>
          <p:cNvSpPr>
            <a:spLocks noGrp="1"/>
          </p:cNvSpPr>
          <p:nvPr>
            <p:ph sz="quarter" idx="16"/>
          </p:nvPr>
        </p:nvSpPr>
        <p:spPr>
          <a:xfrm>
            <a:off x="6096000" y="1693664"/>
            <a:ext cx="5486400" cy="4230886"/>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953473780"/>
      </p:ext>
    </p:extLst>
  </p:cSld>
  <p:clrMapOvr>
    <a:masterClrMapping/>
  </p:clrMapOvr>
  <p:extLst>
    <p:ext uri="{DCECCB84-F9BA-43D5-87BE-67443E8EF086}">
      <p15:sldGuideLst xmlns:p15="http://schemas.microsoft.com/office/powerpoint/2012/main">
        <p15:guide id="1" orient="horz" pos="594" userDrawn="1">
          <p15:clr>
            <a:srgbClr val="FBAE40"/>
          </p15:clr>
        </p15:guide>
        <p15:guide id="2" orient="horz" pos="516"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itle and Content - 1 Colum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0" y="1225550"/>
            <a:ext cx="11176000" cy="4718049"/>
          </a:xfrm>
          <a:prstGeom prst="rect">
            <a:avLst/>
          </a:prstGeom>
          <a:noFill/>
          <a:ln w="9525">
            <a:noFill/>
            <a:miter lim="800000"/>
            <a:headEnd/>
            <a:tailEnd/>
          </a:ln>
        </p:spPr>
        <p:txBody>
          <a:bodyPr/>
          <a:lstStyle>
            <a:lvl1pPr marL="0" indent="0">
              <a:buNone/>
              <a:defRPr sz="1800">
                <a:solidFill>
                  <a:schemeClr val="tx1">
                    <a:lumMod val="75000"/>
                    <a:lumOff val="25000"/>
                  </a:schemeClr>
                </a:solidFill>
              </a:defRPr>
            </a:lvl1pPr>
            <a:lvl2pPr>
              <a:defRPr sz="1800">
                <a:solidFill>
                  <a:schemeClr val="tx1">
                    <a:lumMod val="75000"/>
                    <a:lumOff val="25000"/>
                  </a:schemeClr>
                </a:solidFill>
              </a:defRPr>
            </a:lvl2pPr>
            <a:lvl3pPr>
              <a:defRPr sz="1500">
                <a:solidFill>
                  <a:schemeClr val="tx1">
                    <a:lumMod val="75000"/>
                    <a:lumOff val="25000"/>
                  </a:schemeClr>
                </a:solidFill>
              </a:defRPr>
            </a:lvl3pPr>
            <a:lvl4pPr>
              <a:defRPr sz="1500">
                <a:solidFill>
                  <a:schemeClr val="tx1">
                    <a:lumMod val="75000"/>
                    <a:lumOff val="25000"/>
                  </a:schemeClr>
                </a:solidFill>
              </a:defRPr>
            </a:lvl4pPr>
            <a:lvl5pPr>
              <a:defRPr sz="1500">
                <a:solidFill>
                  <a:schemeClr val="tx1">
                    <a:lumMod val="75000"/>
                    <a:lumOff val="25000"/>
                  </a:schemeClr>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Tree>
    <p:extLst>
      <p:ext uri="{BB962C8B-B14F-4D97-AF65-F5344CB8AC3E}">
        <p14:creationId xmlns:p14="http://schemas.microsoft.com/office/powerpoint/2010/main" val="396338782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Picture with Captio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3" y="5834379"/>
            <a:ext cx="8470900" cy="328296"/>
          </a:xfrm>
          <a:prstGeom prst="rect">
            <a:avLst/>
          </a:prstGeom>
          <a:noFill/>
          <a:ln w="9525">
            <a:noFill/>
            <a:miter lim="800000"/>
            <a:headEnd/>
            <a:tailEnd/>
          </a:ln>
        </p:spPr>
        <p:txBody>
          <a:bodyPr lIns="91440" tIns="0" numCol="1"/>
          <a:lstStyle>
            <a:lvl1pPr marL="0" indent="0">
              <a:buNone/>
              <a:defRPr sz="1200">
                <a:solidFill>
                  <a:schemeClr val="tx1">
                    <a:lumMod val="75000"/>
                    <a:lumOff val="25000"/>
                  </a:schemeClr>
                </a:solidFill>
              </a:defRPr>
            </a:lvl1pPr>
            <a:lvl2pPr>
              <a:defRPr sz="1800">
                <a:solidFill>
                  <a:srgbClr val="83847A"/>
                </a:solidFill>
              </a:defRPr>
            </a:lvl2pPr>
            <a:lvl3pPr>
              <a:defRPr sz="1500">
                <a:solidFill>
                  <a:srgbClr val="83847A"/>
                </a:solidFill>
              </a:defRPr>
            </a:lvl3pPr>
            <a:lvl4pPr>
              <a:defRPr sz="1500">
                <a:solidFill>
                  <a:srgbClr val="83847A"/>
                </a:solidFill>
              </a:defRPr>
            </a:lvl4pPr>
            <a:lvl5pPr>
              <a:defRPr sz="1500">
                <a:solidFill>
                  <a:srgbClr val="83847A"/>
                </a:solidFill>
              </a:defRPr>
            </a:lvl5pPr>
          </a:lstStyle>
          <a:p>
            <a:pPr lvl="0"/>
            <a:r>
              <a:rPr lang="en-US" noProof="0" dirty="0"/>
              <a:t>Click to edit Master text styles</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3" name="Picture Placeholder 2"/>
          <p:cNvSpPr>
            <a:spLocks noGrp="1"/>
          </p:cNvSpPr>
          <p:nvPr>
            <p:ph type="pic" sz="quarter" idx="12"/>
          </p:nvPr>
        </p:nvSpPr>
        <p:spPr>
          <a:xfrm>
            <a:off x="406400" y="942975"/>
            <a:ext cx="11176000" cy="4761228"/>
          </a:xfrm>
        </p:spPr>
        <p:txBody>
          <a:bodyPr/>
          <a:lstStyle/>
          <a:p>
            <a:endParaRPr lang="en-US"/>
          </a:p>
        </p:txBody>
      </p:sp>
    </p:spTree>
    <p:extLst>
      <p:ext uri="{BB962C8B-B14F-4D97-AF65-F5344CB8AC3E}">
        <p14:creationId xmlns:p14="http://schemas.microsoft.com/office/powerpoint/2010/main" val="1004871777"/>
      </p:ext>
    </p:extLst>
  </p:cSld>
  <p:clrMapOvr>
    <a:masterClrMapping/>
  </p:clrMapOvr>
  <p:extLst>
    <p:ext uri="{DCECCB84-F9BA-43D5-87BE-67443E8EF086}">
      <p15:sldGuideLst xmlns:p15="http://schemas.microsoft.com/office/powerpoint/2012/main">
        <p15:guide id="1" orient="horz" pos="594">
          <p15:clr>
            <a:srgbClr val="FBAE40"/>
          </p15:clr>
        </p15:guide>
        <p15:guide id="2" orient="horz" pos="516">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3533561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1687"/>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6" name="Text Placeholder 3"/>
          <p:cNvSpPr>
            <a:spLocks noGrp="1"/>
          </p:cNvSpPr>
          <p:nvPr>
            <p:ph type="body" sz="quarter" idx="3"/>
          </p:nvPr>
        </p:nvSpPr>
        <p:spPr>
          <a:xfrm>
            <a:off x="6096000" y="1230511"/>
            <a:ext cx="5486400" cy="663266"/>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9" name="Text Placeholder 3"/>
          <p:cNvSpPr>
            <a:spLocks noGrp="1"/>
          </p:cNvSpPr>
          <p:nvPr>
            <p:ph type="body" sz="quarter" idx="13"/>
          </p:nvPr>
        </p:nvSpPr>
        <p:spPr>
          <a:xfrm>
            <a:off x="406400" y="1230516"/>
            <a:ext cx="5486400" cy="666241"/>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3" name="Content Placeholder 2"/>
          <p:cNvSpPr>
            <a:spLocks noGrp="1"/>
          </p:cNvSpPr>
          <p:nvPr>
            <p:ph sz="quarter" idx="15"/>
          </p:nvPr>
        </p:nvSpPr>
        <p:spPr>
          <a:xfrm>
            <a:off x="4064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198887137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2 Odd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3" y="1225550"/>
            <a:ext cx="35941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4127503" y="1225550"/>
            <a:ext cx="74549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344259025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 Quad-Chart">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
        <p:nvSpPr>
          <p:cNvPr id="6" name="Content Placeholder 2"/>
          <p:cNvSpPr>
            <a:spLocks noGrp="1"/>
          </p:cNvSpPr>
          <p:nvPr>
            <p:ph sz="quarter" idx="18"/>
          </p:nvPr>
        </p:nvSpPr>
        <p:spPr>
          <a:xfrm>
            <a:off x="4064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p:cNvSpPr>
            <a:spLocks noGrp="1"/>
          </p:cNvSpPr>
          <p:nvPr>
            <p:ph sz="quarter" idx="19"/>
          </p:nvPr>
        </p:nvSpPr>
        <p:spPr>
          <a:xfrm>
            <a:off x="60960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p:cNvCxnSpPr/>
          <p:nvPr userDrawn="1"/>
        </p:nvCxnSpPr>
        <p:spPr>
          <a:xfrm>
            <a:off x="406400" y="3549650"/>
            <a:ext cx="11176000"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a:off x="5990527" y="1225554"/>
            <a:ext cx="0" cy="4657725"/>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271555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Short 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6" name="Text Placeholder 3"/>
          <p:cNvSpPr>
            <a:spLocks noGrp="1"/>
          </p:cNvSpPr>
          <p:nvPr>
            <p:ph type="body" sz="quarter" idx="3"/>
          </p:nvPr>
        </p:nvSpPr>
        <p:spPr>
          <a:xfrm>
            <a:off x="6096000" y="942975"/>
            <a:ext cx="5486400" cy="663266"/>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7" name="Text Placeholder 3"/>
          <p:cNvSpPr>
            <a:spLocks noGrp="1"/>
          </p:cNvSpPr>
          <p:nvPr>
            <p:ph type="body" sz="quarter" idx="13"/>
          </p:nvPr>
        </p:nvSpPr>
        <p:spPr>
          <a:xfrm>
            <a:off x="406400" y="942980"/>
            <a:ext cx="5486400" cy="666241"/>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8" name="Content Placeholder 2"/>
          <p:cNvSpPr>
            <a:spLocks noGrp="1"/>
          </p:cNvSpPr>
          <p:nvPr>
            <p:ph sz="quarter" idx="15"/>
          </p:nvPr>
        </p:nvSpPr>
        <p:spPr>
          <a:xfrm>
            <a:off x="406400" y="1693664"/>
            <a:ext cx="5486400" cy="4230886"/>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2"/>
          <p:cNvSpPr>
            <a:spLocks noGrp="1"/>
          </p:cNvSpPr>
          <p:nvPr>
            <p:ph sz="quarter" idx="16"/>
          </p:nvPr>
        </p:nvSpPr>
        <p:spPr>
          <a:xfrm>
            <a:off x="6096000" y="1693664"/>
            <a:ext cx="5486400" cy="4230886"/>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84653806"/>
      </p:ext>
    </p:extLst>
  </p:cSld>
  <p:clrMapOvr>
    <a:masterClrMapping/>
  </p:clrMapOvr>
  <p:extLst>
    <p:ext uri="{DCECCB84-F9BA-43D5-87BE-67443E8EF086}">
      <p15:sldGuideLst xmlns:p15="http://schemas.microsoft.com/office/powerpoint/2012/main">
        <p15:guide id="1" orient="horz" pos="594">
          <p15:clr>
            <a:srgbClr val="FBAE40"/>
          </p15:clr>
        </p15:guide>
        <p15:guide id="2" orient="horz" pos="516">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jpg"/><Relationship Id="rId4" Type="http://schemas.openxmlformats.org/officeDocument/2006/relationships/image" Target="../media/image2.jpg"/></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slideLayout" Target="../slideLayouts/slideLayout4.xml"/><Relationship Id="rId7" Type="http://schemas.openxmlformats.org/officeDocument/2006/relationships/image" Target="../media/image5.png"/><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theme" Target="../theme/theme2.xml"/><Relationship Id="rId5" Type="http://schemas.openxmlformats.org/officeDocument/2006/relationships/slideLayout" Target="../slideLayouts/slideLayout6.xml"/><Relationship Id="rId4" Type="http://schemas.openxmlformats.org/officeDocument/2006/relationships/slideLayout" Target="../slideLayouts/slideLayout5.xml"/></Relationships>
</file>

<file path=ppt/slideMasters/_rels/slideMaster3.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slideLayout" Target="../slideLayouts/slideLayout9.xml"/><Relationship Id="rId7" Type="http://schemas.openxmlformats.org/officeDocument/2006/relationships/image" Target="../media/image5.png"/><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theme" Target="../theme/theme3.xml"/><Relationship Id="rId5" Type="http://schemas.openxmlformats.org/officeDocument/2006/relationships/slideLayout" Target="../slideLayouts/slideLayout11.xml"/><Relationship Id="rId4" Type="http://schemas.openxmlformats.org/officeDocument/2006/relationships/slideLayout" Target="../slideLayouts/slideLayout10.xml"/></Relationships>
</file>

<file path=ppt/slideMasters/_rels/slideMaster4.xml.rels><?xml version="1.0" encoding="UTF-8" standalone="yes"?>
<Relationships xmlns="http://schemas.openxmlformats.org/package/2006/relationships"><Relationship Id="rId8" Type="http://schemas.openxmlformats.org/officeDocument/2006/relationships/theme" Target="../theme/theme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5" Type="http://schemas.openxmlformats.org/officeDocument/2006/relationships/slideLayout" Target="../slideLayouts/slideLayout16.xml"/><Relationship Id="rId10" Type="http://schemas.openxmlformats.org/officeDocument/2006/relationships/image" Target="../media/image6.png"/><Relationship Id="rId4" Type="http://schemas.openxmlformats.org/officeDocument/2006/relationships/slideLayout" Target="../slideLayouts/slideLayout15.xml"/><Relationship Id="rId9" Type="http://schemas.openxmlformats.org/officeDocument/2006/relationships/image" Target="../media/image5.png"/></Relationships>
</file>

<file path=ppt/slideMasters/_rels/slideMaster5.xml.rels><?xml version="1.0" encoding="UTF-8" standalone="yes"?>
<Relationships xmlns="http://schemas.openxmlformats.org/package/2006/relationships"><Relationship Id="rId8" Type="http://schemas.openxmlformats.org/officeDocument/2006/relationships/theme" Target="../theme/theme5.xml"/><Relationship Id="rId3" Type="http://schemas.openxmlformats.org/officeDocument/2006/relationships/slideLayout" Target="../slideLayouts/slideLayout21.xml"/><Relationship Id="rId7" Type="http://schemas.openxmlformats.org/officeDocument/2006/relationships/slideLayout" Target="../slideLayouts/slideLayout25.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5" Type="http://schemas.openxmlformats.org/officeDocument/2006/relationships/slideLayout" Target="../slideLayouts/slideLayout23.xml"/><Relationship Id="rId4" Type="http://schemas.openxmlformats.org/officeDocument/2006/relationships/slideLayout" Target="../slideLayouts/slideLayout22.xml"/><Relationship Id="rId9"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2">
            <a:lumMod val="40000"/>
            <a:lumOff val="60000"/>
          </a:schemeClr>
        </a:solidFill>
        <a:effectLst/>
      </p:bgPr>
    </p:bg>
    <p:spTree>
      <p:nvGrpSpPr>
        <p:cNvPr id="1" name=""/>
        <p:cNvGrpSpPr/>
        <p:nvPr/>
      </p:nvGrpSpPr>
      <p:grpSpPr>
        <a:xfrm>
          <a:off x="0" y="0"/>
          <a:ext cx="0" cy="0"/>
          <a:chOff x="0" y="0"/>
          <a:chExt cx="0" cy="0"/>
        </a:xfrm>
      </p:grpSpPr>
      <p:pic>
        <p:nvPicPr>
          <p:cNvPr id="6" name="Picture Placeholder 7">
            <a:extLst>
              <a:ext uri="{FF2B5EF4-FFF2-40B4-BE49-F238E27FC236}">
                <a16:creationId xmlns:a16="http://schemas.microsoft.com/office/drawing/2014/main" id="{C930DDFD-C2CD-854E-EAA8-FC5C400F36B6}"/>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l="16284"/>
          <a:stretch/>
        </p:blipFill>
        <p:spPr>
          <a:xfrm>
            <a:off x="7149290" y="3082338"/>
            <a:ext cx="2150384" cy="2445851"/>
          </a:xfrm>
          <a:prstGeom prst="rect">
            <a:avLst/>
          </a:prstGeom>
          <a:ln w="19050">
            <a:solidFill>
              <a:schemeClr val="tx1"/>
            </a:solidFill>
          </a:ln>
        </p:spPr>
      </p:pic>
      <p:pic>
        <p:nvPicPr>
          <p:cNvPr id="7" name="Picture 6" descr="A body of water&#10;&#10;Description automatically generated">
            <a:extLst>
              <a:ext uri="{FF2B5EF4-FFF2-40B4-BE49-F238E27FC236}">
                <a16:creationId xmlns:a16="http://schemas.microsoft.com/office/drawing/2014/main" id="{8D345744-4BB6-A552-A696-3E29F74BAC85}"/>
              </a:ext>
            </a:extLst>
          </p:cNvPr>
          <p:cNvPicPr>
            <a:picLocks noChangeAspect="1"/>
          </p:cNvPicPr>
          <p:nvPr userDrawn="1"/>
        </p:nvPicPr>
        <p:blipFill rotWithShape="1">
          <a:blip r:embed="rId4"/>
          <a:srcRect l="16078" r="16094"/>
          <a:stretch/>
        </p:blipFill>
        <p:spPr>
          <a:xfrm>
            <a:off x="9299674" y="3081534"/>
            <a:ext cx="2433110" cy="2445849"/>
          </a:xfrm>
          <a:prstGeom prst="rect">
            <a:avLst/>
          </a:prstGeom>
          <a:ln w="19050">
            <a:solidFill>
              <a:schemeClr val="tx1"/>
            </a:solidFill>
          </a:ln>
        </p:spPr>
      </p:pic>
      <p:pic>
        <p:nvPicPr>
          <p:cNvPr id="5" name="Picture 4" descr="A picture containing tree, water, outdoor, nature&#10;&#10;Description automatically generated">
            <a:extLst>
              <a:ext uri="{FF2B5EF4-FFF2-40B4-BE49-F238E27FC236}">
                <a16:creationId xmlns:a16="http://schemas.microsoft.com/office/drawing/2014/main" id="{CC7E3D49-3990-21E2-46AF-4FE1C764392F}"/>
              </a:ext>
            </a:extLst>
          </p:cNvPr>
          <p:cNvPicPr>
            <a:picLocks noChangeAspect="1"/>
          </p:cNvPicPr>
          <p:nvPr userDrawn="1"/>
        </p:nvPicPr>
        <p:blipFill>
          <a:blip r:embed="rId5"/>
          <a:stretch>
            <a:fillRect/>
          </a:stretch>
        </p:blipFill>
        <p:spPr>
          <a:xfrm>
            <a:off x="7149290" y="516571"/>
            <a:ext cx="4583494" cy="2558088"/>
          </a:xfrm>
          <a:prstGeom prst="rect">
            <a:avLst/>
          </a:prstGeom>
          <a:ln w="19050">
            <a:solidFill>
              <a:schemeClr val="tx1"/>
            </a:solidFill>
          </a:ln>
        </p:spPr>
      </p:pic>
      <p:pic>
        <p:nvPicPr>
          <p:cNvPr id="2" name="Picture 1"/>
          <p:cNvPicPr>
            <a:picLocks noChangeAspect="1"/>
          </p:cNvPicPr>
          <p:nvPr userDrawn="1"/>
        </p:nvPicPr>
        <p:blipFill>
          <a:blip r:embed="rId6"/>
          <a:stretch>
            <a:fillRect/>
          </a:stretch>
        </p:blipFill>
        <p:spPr>
          <a:xfrm>
            <a:off x="0" y="0"/>
            <a:ext cx="12192000" cy="6858000"/>
          </a:xfrm>
          <a:prstGeom prst="rect">
            <a:avLst/>
          </a:prstGeom>
        </p:spPr>
      </p:pic>
      <p:sp>
        <p:nvSpPr>
          <p:cNvPr id="20" name="Footer Placeholder 19"/>
          <p:cNvSpPr>
            <a:spLocks noGrp="1"/>
          </p:cNvSpPr>
          <p:nvPr userDrawn="1">
            <p:ph type="ftr" sz="quarter" idx="3"/>
          </p:nvPr>
        </p:nvSpPr>
        <p:spPr>
          <a:xfrm>
            <a:off x="125346" y="6504409"/>
            <a:ext cx="4214284" cy="365125"/>
          </a:xfrm>
          <a:prstGeom prst="rect">
            <a:avLst/>
          </a:prstGeom>
        </p:spPr>
        <p:txBody>
          <a:bodyPr vert="horz" lIns="91440" tIns="45720" rIns="91440" bIns="45720" rtlCol="0" anchor="ctr"/>
          <a:lstStyle>
            <a:lvl1pPr algn="l">
              <a:defRPr sz="750">
                <a:solidFill>
                  <a:schemeClr val="bg1"/>
                </a:solidFill>
              </a:defRPr>
            </a:lvl1pPr>
          </a:lstStyle>
          <a:p>
            <a:r>
              <a:rPr lang="en-US"/>
              <a:t>File Name</a:t>
            </a:r>
            <a:endParaRPr lang="en-US" dirty="0"/>
          </a:p>
        </p:txBody>
      </p:sp>
      <p:sp>
        <p:nvSpPr>
          <p:cNvPr id="41" name="Title Placeholder 17"/>
          <p:cNvSpPr>
            <a:spLocks noGrp="1"/>
          </p:cNvSpPr>
          <p:nvPr userDrawn="1">
            <p:ph type="title"/>
          </p:nvPr>
        </p:nvSpPr>
        <p:spPr>
          <a:xfrm>
            <a:off x="654050" y="1606545"/>
            <a:ext cx="7984853" cy="1273816"/>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16" name="Text Placeholder 15"/>
          <p:cNvSpPr>
            <a:spLocks noGrp="1"/>
          </p:cNvSpPr>
          <p:nvPr userDrawn="1">
            <p:ph type="body" idx="1"/>
          </p:nvPr>
        </p:nvSpPr>
        <p:spPr>
          <a:xfrm>
            <a:off x="654050" y="2505109"/>
            <a:ext cx="7984853" cy="2781908"/>
          </a:xfrm>
          <a:prstGeom prst="rect">
            <a:avLst/>
          </a:prstGeom>
        </p:spPr>
        <p:txBody>
          <a:bodyPr vert="horz" lIns="91440" tIns="45720" rIns="91440" bIns="45720" rtlCol="0">
            <a:normAutofit/>
          </a:bodyPr>
          <a:lstStyle/>
          <a:p>
            <a:pPr lvl="0"/>
            <a:r>
              <a:rPr lang="en-US" dirty="0"/>
              <a:t>Click to edit Master text styles</a:t>
            </a:r>
          </a:p>
        </p:txBody>
      </p:sp>
      <p:sp>
        <p:nvSpPr>
          <p:cNvPr id="15" name="Slide Number Placeholder 5"/>
          <p:cNvSpPr>
            <a:spLocks noGrp="1"/>
          </p:cNvSpPr>
          <p:nvPr userDrawn="1">
            <p:ph type="sldNum" sz="quarter" idx="4"/>
          </p:nvPr>
        </p:nvSpPr>
        <p:spPr>
          <a:xfrm>
            <a:off x="11190668" y="6577159"/>
            <a:ext cx="977900" cy="365125"/>
          </a:xfrm>
          <a:prstGeom prst="rect">
            <a:avLst/>
          </a:prstGeom>
          <a:ln w="57150">
            <a:noFill/>
          </a:ln>
        </p:spPr>
        <p:txBody>
          <a:bodyPr/>
          <a:lstStyle>
            <a:lvl1pPr algn="r">
              <a:defRPr sz="900">
                <a:solidFill>
                  <a:schemeClr val="tx1">
                    <a:lumMod val="65000"/>
                    <a:lumOff val="35000"/>
                  </a:schemeClr>
                </a:solidFill>
                <a:latin typeface="+mn-lt"/>
              </a:defRPr>
            </a:lvl1pPr>
          </a:lstStyle>
          <a:p>
            <a:fld id="{0D0E9D3B-CB56-40AE-B0A9-8DA5E1AEFDB7}" type="slidenum">
              <a:rPr lang="en-US" smtClean="0"/>
              <a:pPr/>
              <a:t>‹#›</a:t>
            </a:fld>
            <a:endParaRPr lang="en-US" dirty="0"/>
          </a:p>
        </p:txBody>
      </p:sp>
      <p:cxnSp>
        <p:nvCxnSpPr>
          <p:cNvPr id="18" name="Straight Connector 17">
            <a:extLst>
              <a:ext uri="{FF2B5EF4-FFF2-40B4-BE49-F238E27FC236}">
                <a16:creationId xmlns:a16="http://schemas.microsoft.com/office/drawing/2014/main" id="{3D665B91-8567-DD4A-BD2E-E719F20E35F0}"/>
              </a:ext>
            </a:extLst>
          </p:cNvPr>
          <p:cNvCxnSpPr/>
          <p:nvPr userDrawn="1"/>
        </p:nvCxnSpPr>
        <p:spPr>
          <a:xfrm flipH="1">
            <a:off x="1476587" y="6373877"/>
            <a:ext cx="10207413"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B9A2EE2D-7BB5-4F44-82C4-5CF4EE388EFF}"/>
              </a:ext>
            </a:extLst>
          </p:cNvPr>
          <p:cNvSpPr txBox="1"/>
          <p:nvPr userDrawn="1"/>
        </p:nvSpPr>
        <p:spPr>
          <a:xfrm>
            <a:off x="6224694" y="6442287"/>
            <a:ext cx="5567680" cy="246221"/>
          </a:xfrm>
          <a:prstGeom prst="rect">
            <a:avLst/>
          </a:prstGeom>
          <a:noFill/>
        </p:spPr>
        <p:txBody>
          <a:bodyPr wrap="square" rtlCol="0">
            <a:spAutoFit/>
          </a:bodyPr>
          <a:lstStyle/>
          <a:p>
            <a:pPr algn="r"/>
            <a:r>
              <a:rPr lang="en-US" sz="1000" i="1" dirty="0">
                <a:solidFill>
                  <a:prstClr val="black"/>
                </a:solidFill>
              </a:rPr>
              <a:t>DISCOVER  |  DEVELOP  |  DELIVER</a:t>
            </a:r>
          </a:p>
        </p:txBody>
      </p:sp>
    </p:spTree>
    <p:extLst>
      <p:ext uri="{BB962C8B-B14F-4D97-AF65-F5344CB8AC3E}">
        <p14:creationId xmlns:p14="http://schemas.microsoft.com/office/powerpoint/2010/main" val="2919789318"/>
      </p:ext>
    </p:extLst>
  </p:cSld>
  <p:clrMap bg1="lt1" tx1="dk1" bg2="lt2" tx2="dk2" accent1="accent1" accent2="accent2" accent3="accent3" accent4="accent4" accent5="accent5" accent6="accent6" hlink="hlink" folHlink="folHlink"/>
  <p:sldLayoutIdLst>
    <p:sldLayoutId id="2147484251" r:id="rId1"/>
  </p:sldLayoutIdLst>
  <p:hf hdr="0" dt="0"/>
  <p:txStyles>
    <p:titleStyle>
      <a:lvl1pPr algn="l" defTabSz="685800" rtl="0" eaLnBrk="1" latinLnBrk="0" hangingPunct="1">
        <a:lnSpc>
          <a:spcPct val="100000"/>
        </a:lnSpc>
        <a:spcBef>
          <a:spcPct val="0"/>
        </a:spcBef>
        <a:buNone/>
        <a:defRPr sz="2700" b="1" kern="1200" cap="all" baseline="0">
          <a:solidFill>
            <a:schemeClr val="bg1"/>
          </a:solidFill>
          <a:latin typeface="Arial" panose="020B0604020202020204" pitchFamily="34" charset="0"/>
          <a:ea typeface="+mj-ea"/>
          <a:cs typeface="Arial" panose="020B0604020202020204" pitchFamily="34" charset="0"/>
        </a:defRPr>
      </a:lvl1pPr>
    </p:titleStyle>
    <p:bodyStyle>
      <a:lvl1pPr marL="0" indent="0" algn="l" defTabSz="685800" rtl="0" eaLnBrk="1" latinLnBrk="0" hangingPunct="1">
        <a:lnSpc>
          <a:spcPct val="90000"/>
        </a:lnSpc>
        <a:spcBef>
          <a:spcPts val="750"/>
        </a:spcBef>
        <a:buFont typeface="Arial" panose="020B0604020202020204" pitchFamily="34" charset="0"/>
        <a:buNone/>
        <a:defRPr sz="2000" b="1" kern="1200">
          <a:solidFill>
            <a:schemeClr val="tx1"/>
          </a:solidFill>
          <a:latin typeface="Arial" panose="020B0604020202020204" pitchFamily="34" charset="0"/>
          <a:ea typeface="+mn-ea"/>
          <a:cs typeface="Arial" panose="020B0604020202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Arial" panose="020B0604020202020204" pitchFamily="34" charset="0"/>
          <a:ea typeface="+mn-ea"/>
          <a:cs typeface="Arial" panose="020B0604020202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Arial" panose="020B0604020202020204" pitchFamily="34" charset="0"/>
          <a:ea typeface="+mn-ea"/>
          <a:cs typeface="Arial" panose="020B0604020202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Arial" panose="020B0604020202020204" pitchFamily="34" charset="0"/>
          <a:ea typeface="+mn-ea"/>
          <a:cs typeface="Arial" panose="020B0604020202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Arial" panose="020B0604020202020204" pitchFamily="34" charset="0"/>
          <a:ea typeface="+mn-ea"/>
          <a:cs typeface="Arial" panose="020B0604020202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 userDrawn="1">
          <p15:clr>
            <a:srgbClr val="5ACBF0"/>
          </p15:clr>
        </p15:guide>
        <p15:guide id="2" pos="6144" userDrawn="1">
          <p15:clr>
            <a:srgbClr val="5ACBF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tx2">
            <a:lumMod val="40000"/>
            <a:lumOff val="60000"/>
          </a:schemeClr>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7"/>
          <a:stretch>
            <a:fillRect/>
          </a:stretch>
        </p:blipFill>
        <p:spPr>
          <a:xfrm>
            <a:off x="0" y="0"/>
            <a:ext cx="12192000" cy="6857999"/>
          </a:xfrm>
          <a:prstGeom prst="rect">
            <a:avLst/>
          </a:prstGeom>
        </p:spPr>
      </p:pic>
      <p:sp>
        <p:nvSpPr>
          <p:cNvPr id="10" name="Rounded Rectangle 9">
            <a:extLst>
              <a:ext uri="{FF2B5EF4-FFF2-40B4-BE49-F238E27FC236}">
                <a16:creationId xmlns:a16="http://schemas.microsoft.com/office/drawing/2014/main" id="{4CAF9F99-F54C-A57F-DAA4-B479617EFA28}"/>
              </a:ext>
            </a:extLst>
          </p:cNvPr>
          <p:cNvSpPr/>
          <p:nvPr userDrawn="1"/>
        </p:nvSpPr>
        <p:spPr>
          <a:xfrm>
            <a:off x="182880" y="217300"/>
            <a:ext cx="11788140" cy="6351139"/>
          </a:xfrm>
          <a:prstGeom prst="roundRect">
            <a:avLst>
              <a:gd name="adj" fmla="val 2258"/>
            </a:avLst>
          </a:prstGeom>
          <a:gradFill>
            <a:gsLst>
              <a:gs pos="0">
                <a:schemeClr val="bg1"/>
              </a:gs>
              <a:gs pos="83000">
                <a:srgbClr val="00B0F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p>
        </p:txBody>
      </p:sp>
      <p:sp>
        <p:nvSpPr>
          <p:cNvPr id="4099" name="Title Placeholder 1"/>
          <p:cNvSpPr>
            <a:spLocks noGrp="1"/>
          </p:cNvSpPr>
          <p:nvPr>
            <p:ph type="title"/>
          </p:nvPr>
        </p:nvSpPr>
        <p:spPr bwMode="auto">
          <a:xfrm>
            <a:off x="406400" y="274638"/>
            <a:ext cx="11176000" cy="8064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Slide</a:t>
            </a:r>
          </a:p>
        </p:txBody>
      </p:sp>
      <p:sp>
        <p:nvSpPr>
          <p:cNvPr id="1030" name="Text Placeholder 2"/>
          <p:cNvSpPr>
            <a:spLocks noGrp="1"/>
          </p:cNvSpPr>
          <p:nvPr>
            <p:ph type="body" idx="1"/>
          </p:nvPr>
        </p:nvSpPr>
        <p:spPr bwMode="auto">
          <a:xfrm>
            <a:off x="406400" y="1233932"/>
            <a:ext cx="11176000" cy="470966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p:cNvSpPr>
            <a:spLocks noGrp="1"/>
          </p:cNvSpPr>
          <p:nvPr>
            <p:ph type="sldNum" sz="quarter" idx="4"/>
          </p:nvPr>
        </p:nvSpPr>
        <p:spPr>
          <a:xfrm>
            <a:off x="11201046" y="6580037"/>
            <a:ext cx="969433" cy="365125"/>
          </a:xfrm>
          <a:prstGeom prst="rect">
            <a:avLst/>
          </a:prstGeom>
          <a:ln w="57150">
            <a:noFill/>
          </a:ln>
        </p:spPr>
        <p:txBody>
          <a:bodyPr/>
          <a:lstStyle>
            <a:lvl1pPr>
              <a:defRPr lang="en-US" sz="900" smtClean="0">
                <a:solidFill>
                  <a:schemeClr val="tx1">
                    <a:lumMod val="65000"/>
                    <a:lumOff val="35000"/>
                  </a:schemeClr>
                </a:solidFill>
                <a:latin typeface="+mn-lt"/>
              </a:defRPr>
            </a:lvl1pPr>
          </a:lstStyle>
          <a:p>
            <a:pPr algn="r"/>
            <a:fld id="{139BD942-CC14-44A4-87FB-46239297AFE5}" type="slidenum">
              <a:rPr lang="en-US" smtClean="0"/>
              <a:pPr algn="r"/>
              <a:t>‹#›</a:t>
            </a:fld>
            <a:endParaRPr lang="en-US" dirty="0"/>
          </a:p>
        </p:txBody>
      </p:sp>
      <p:pic>
        <p:nvPicPr>
          <p:cNvPr id="1033" name="Picture 6"/>
          <p:cNvPicPr>
            <a:picLocks noChangeAspect="1"/>
          </p:cNvPicPr>
          <p:nvPr/>
        </p:nvPicPr>
        <p:blipFill>
          <a:blip r:embed="rId8"/>
          <a:srcRect/>
          <a:stretch>
            <a:fillRect/>
          </a:stretch>
        </p:blipFill>
        <p:spPr bwMode="auto">
          <a:xfrm>
            <a:off x="6079067" y="3416305"/>
            <a:ext cx="25400" cy="3175"/>
          </a:xfrm>
          <a:prstGeom prst="rect">
            <a:avLst/>
          </a:prstGeom>
          <a:noFill/>
          <a:ln w="9525">
            <a:noFill/>
            <a:miter lim="800000"/>
            <a:headEnd/>
            <a:tailEnd/>
          </a:ln>
        </p:spPr>
      </p:pic>
      <p:cxnSp>
        <p:nvCxnSpPr>
          <p:cNvPr id="4" name="Straight Connector 3"/>
          <p:cNvCxnSpPr/>
          <p:nvPr userDrawn="1"/>
        </p:nvCxnSpPr>
        <p:spPr>
          <a:xfrm>
            <a:off x="406400" y="6309360"/>
            <a:ext cx="1135888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userDrawn="1"/>
        </p:nvSpPr>
        <p:spPr>
          <a:xfrm>
            <a:off x="413316" y="6286500"/>
            <a:ext cx="11351964" cy="307777"/>
          </a:xfrm>
          <a:prstGeom prst="rect">
            <a:avLst/>
          </a:prstGeom>
          <a:noFill/>
        </p:spPr>
        <p:txBody>
          <a:bodyPr wrap="square" rtlCol="0">
            <a:spAutoFit/>
          </a:bodyPr>
          <a:lstStyle/>
          <a:p>
            <a:pPr algn="ctr"/>
            <a:r>
              <a:rPr lang="en-US" sz="1400" dirty="0"/>
              <a:t>US Army Corps of Engineers  </a:t>
            </a:r>
            <a:r>
              <a:rPr lang="en-US" sz="1400" dirty="0">
                <a:sym typeface="Symbol" panose="05050102010706020507" pitchFamily="18" charset="2"/>
              </a:rPr>
              <a:t></a:t>
            </a:r>
            <a:r>
              <a:rPr lang="en-US" sz="1400" dirty="0"/>
              <a:t>   Engineer Research and Development Center</a:t>
            </a:r>
          </a:p>
        </p:txBody>
      </p:sp>
      <p:sp>
        <p:nvSpPr>
          <p:cNvPr id="8" name="TextBox 7"/>
          <p:cNvSpPr txBox="1"/>
          <p:nvPr userDrawn="1"/>
        </p:nvSpPr>
        <p:spPr>
          <a:xfrm>
            <a:off x="0" y="0"/>
            <a:ext cx="12192000" cy="246221"/>
          </a:xfrm>
          <a:prstGeom prst="rect">
            <a:avLst/>
          </a:prstGeom>
          <a:noFill/>
        </p:spPr>
        <p:txBody>
          <a:bodyPr wrap="square" rtlCol="0">
            <a:spAutoFit/>
          </a:bodyPr>
          <a:lstStyle/>
          <a:p>
            <a:pPr algn="ctr"/>
            <a:r>
              <a:rPr lang="en-US" sz="1000" b="1" dirty="0">
                <a:solidFill>
                  <a:schemeClr val="bg2">
                    <a:lumMod val="50000"/>
                  </a:schemeClr>
                </a:solidFill>
              </a:rPr>
              <a:t>//CUI//</a:t>
            </a:r>
          </a:p>
        </p:txBody>
      </p:sp>
      <p:sp>
        <p:nvSpPr>
          <p:cNvPr id="18" name="TextBox 17"/>
          <p:cNvSpPr txBox="1"/>
          <p:nvPr userDrawn="1"/>
        </p:nvSpPr>
        <p:spPr>
          <a:xfrm>
            <a:off x="-6773" y="6583538"/>
            <a:ext cx="12192000" cy="246221"/>
          </a:xfrm>
          <a:prstGeom prst="rect">
            <a:avLst/>
          </a:prstGeom>
          <a:noFill/>
        </p:spPr>
        <p:txBody>
          <a:bodyPr wrap="square" rtlCol="0">
            <a:spAutoFit/>
          </a:bodyPr>
          <a:lstStyle/>
          <a:p>
            <a:pPr algn="ctr"/>
            <a:r>
              <a:rPr lang="en-US" sz="1000" b="1" dirty="0">
                <a:solidFill>
                  <a:schemeClr val="bg2">
                    <a:lumMod val="50000"/>
                  </a:schemeClr>
                </a:solidFill>
              </a:rPr>
              <a:t>//CUI//</a:t>
            </a:r>
          </a:p>
        </p:txBody>
      </p:sp>
    </p:spTree>
    <p:extLst>
      <p:ext uri="{BB962C8B-B14F-4D97-AF65-F5344CB8AC3E}">
        <p14:creationId xmlns:p14="http://schemas.microsoft.com/office/powerpoint/2010/main" val="2080234048"/>
      </p:ext>
    </p:extLst>
  </p:cSld>
  <p:clrMap bg1="lt1" tx1="dk1" bg2="lt2" tx2="dk2" accent1="accent1" accent2="accent2" accent3="accent3" accent4="accent4" accent5="accent5" accent6="accent6" hlink="hlink" folHlink="folHlink"/>
  <p:sldLayoutIdLst>
    <p:sldLayoutId id="2147484302" r:id="rId1"/>
    <p:sldLayoutId id="2147484308" r:id="rId2"/>
    <p:sldLayoutId id="2147484316" r:id="rId3"/>
    <p:sldLayoutId id="2147484309" r:id="rId4"/>
    <p:sldLayoutId id="2147484310" r:id="rId5"/>
  </p:sldLayoutIdLst>
  <p:hf hdr="0"/>
  <p:txStyles>
    <p:titleStyle>
      <a:lvl1pPr algn="l" rtl="0" eaLnBrk="1" fontAlgn="base" hangingPunct="1">
        <a:spcBef>
          <a:spcPct val="0"/>
        </a:spcBef>
        <a:spcAft>
          <a:spcPct val="0"/>
        </a:spcAft>
        <a:defRPr sz="3200" b="1" kern="1200" cap="none">
          <a:solidFill>
            <a:schemeClr val="tx1">
              <a:lumMod val="75000"/>
              <a:lumOff val="25000"/>
            </a:schemeClr>
          </a:solidFill>
          <a:latin typeface="Arial" pitchFamily="34" charset="0"/>
          <a:ea typeface="ＭＳ Ｐゴシック" charset="0"/>
          <a:cs typeface="Arial" pitchFamily="34" charset="0"/>
        </a:defRPr>
      </a:lvl1pPr>
      <a:lvl2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2pPr>
      <a:lvl3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3pPr>
      <a:lvl4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4pPr>
      <a:lvl5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5pPr>
      <a:lvl6pPr marL="342900" algn="l" rtl="0" eaLnBrk="1" fontAlgn="base" hangingPunct="1">
        <a:spcBef>
          <a:spcPct val="0"/>
        </a:spcBef>
        <a:spcAft>
          <a:spcPct val="0"/>
        </a:spcAft>
        <a:defRPr sz="3300">
          <a:solidFill>
            <a:schemeClr val="tx1"/>
          </a:solidFill>
          <a:latin typeface="Arial" charset="0"/>
          <a:cs typeface="Arial" charset="0"/>
        </a:defRPr>
      </a:lvl6pPr>
      <a:lvl7pPr marL="685800" algn="l" rtl="0" eaLnBrk="1" fontAlgn="base" hangingPunct="1">
        <a:spcBef>
          <a:spcPct val="0"/>
        </a:spcBef>
        <a:spcAft>
          <a:spcPct val="0"/>
        </a:spcAft>
        <a:defRPr sz="3300">
          <a:solidFill>
            <a:schemeClr val="tx1"/>
          </a:solidFill>
          <a:latin typeface="Arial" charset="0"/>
          <a:cs typeface="Arial" charset="0"/>
        </a:defRPr>
      </a:lvl7pPr>
      <a:lvl8pPr marL="1028700" algn="l" rtl="0" eaLnBrk="1" fontAlgn="base" hangingPunct="1">
        <a:spcBef>
          <a:spcPct val="0"/>
        </a:spcBef>
        <a:spcAft>
          <a:spcPct val="0"/>
        </a:spcAft>
        <a:defRPr sz="3300">
          <a:solidFill>
            <a:schemeClr val="tx1"/>
          </a:solidFill>
          <a:latin typeface="Arial" charset="0"/>
          <a:cs typeface="Arial" charset="0"/>
        </a:defRPr>
      </a:lvl8pPr>
      <a:lvl9pPr marL="1371600" algn="l" rtl="0" eaLnBrk="1" fontAlgn="base" hangingPunct="1">
        <a:spcBef>
          <a:spcPct val="0"/>
        </a:spcBef>
        <a:spcAft>
          <a:spcPct val="0"/>
        </a:spcAft>
        <a:defRPr sz="3300">
          <a:solidFill>
            <a:schemeClr val="tx1"/>
          </a:solidFill>
          <a:latin typeface="Arial" charset="0"/>
          <a:cs typeface="Arial" charset="0"/>
        </a:defRPr>
      </a:lvl9pPr>
    </p:titleStyle>
    <p:bodyStyle>
      <a:lvl1pPr marL="228600" indent="-228600" algn="l" rtl="0" eaLnBrk="1" fontAlgn="base" hangingPunct="1">
        <a:spcBef>
          <a:spcPts val="225"/>
        </a:spcBef>
        <a:spcAft>
          <a:spcPct val="0"/>
        </a:spcAft>
        <a:buClr>
          <a:srgbClr val="FF0000"/>
        </a:buClr>
        <a:buFont typeface="Wingdings" panose="05000000000000000000" pitchFamily="2" charset="2"/>
        <a:buChar char="§"/>
        <a:defRPr sz="2000" b="1" kern="1200">
          <a:solidFill>
            <a:schemeClr val="tx1">
              <a:lumMod val="75000"/>
              <a:lumOff val="25000"/>
            </a:schemeClr>
          </a:solidFill>
          <a:latin typeface="Arial" pitchFamily="34" charset="0"/>
          <a:ea typeface="ＭＳ Ｐゴシック" charset="0"/>
          <a:cs typeface="Arial" pitchFamily="34" charset="0"/>
        </a:defRPr>
      </a:lvl1pPr>
      <a:lvl2pPr marL="571500" indent="-214313" algn="l" rtl="0" eaLnBrk="1" fontAlgn="base" hangingPunct="1">
        <a:spcBef>
          <a:spcPts val="225"/>
        </a:spcBef>
        <a:spcAft>
          <a:spcPct val="0"/>
        </a:spcAft>
        <a:buClr>
          <a:srgbClr val="FF0000"/>
        </a:buClr>
        <a:buFont typeface="Arial" pitchFamily="34" charset="0"/>
        <a:buChar char="•"/>
        <a:defRPr sz="1800" b="1" kern="1200">
          <a:solidFill>
            <a:schemeClr val="tx1">
              <a:lumMod val="75000"/>
              <a:lumOff val="25000"/>
            </a:schemeClr>
          </a:solidFill>
          <a:latin typeface="Arial" pitchFamily="34" charset="0"/>
          <a:ea typeface="Arial" charset="0"/>
          <a:cs typeface="Arial" pitchFamily="34" charset="0"/>
        </a:defRPr>
      </a:lvl2pPr>
      <a:lvl3pPr marL="860425" indent="-171450" algn="l" rtl="0" eaLnBrk="1" fontAlgn="base" hangingPunct="1">
        <a:spcBef>
          <a:spcPts val="225"/>
        </a:spcBef>
        <a:spcAft>
          <a:spcPct val="0"/>
        </a:spcAft>
        <a:buClr>
          <a:srgbClr val="FF0000"/>
        </a:buClr>
        <a:buSzPct val="70000"/>
        <a:buFont typeface="Arial" panose="020B0604020202020204" pitchFamily="34" charset="0"/>
        <a:buChar char="►"/>
        <a:defRPr sz="1600" b="1" kern="1200">
          <a:solidFill>
            <a:schemeClr val="tx1">
              <a:lumMod val="75000"/>
              <a:lumOff val="25000"/>
            </a:schemeClr>
          </a:solidFill>
          <a:latin typeface="Arial" pitchFamily="34" charset="0"/>
          <a:ea typeface="Arial" charset="0"/>
          <a:cs typeface="Arial" pitchFamily="34" charset="0"/>
        </a:defRPr>
      </a:lvl3pPr>
      <a:lvl4pPr marL="1143000" indent="-171450" algn="l" rtl="0" eaLnBrk="1" fontAlgn="base" hangingPunct="1">
        <a:spcBef>
          <a:spcPts val="225"/>
        </a:spcBef>
        <a:spcAft>
          <a:spcPct val="0"/>
        </a:spcAft>
        <a:buFont typeface="Arial" pitchFamily="34" charset="0"/>
        <a:buChar char="–"/>
        <a:defRPr sz="1600" b="1" kern="1200">
          <a:solidFill>
            <a:schemeClr val="tx1">
              <a:lumMod val="75000"/>
              <a:lumOff val="25000"/>
            </a:schemeClr>
          </a:solidFill>
          <a:latin typeface="Arial" pitchFamily="34" charset="0"/>
          <a:ea typeface="Arial" charset="0"/>
          <a:cs typeface="Arial" pitchFamily="34" charset="0"/>
        </a:defRPr>
      </a:lvl4pPr>
      <a:lvl5pPr marL="1371600" indent="-171450" algn="l" rtl="0" eaLnBrk="1" fontAlgn="base" hangingPunct="1">
        <a:spcBef>
          <a:spcPts val="225"/>
        </a:spcBef>
        <a:spcAft>
          <a:spcPct val="0"/>
        </a:spcAft>
        <a:buFont typeface="Arial" pitchFamily="34" charset="0"/>
        <a:buChar char="»"/>
        <a:defRPr sz="1600" b="1" kern="1200">
          <a:solidFill>
            <a:schemeClr val="tx1">
              <a:lumMod val="75000"/>
              <a:lumOff val="25000"/>
            </a:schemeClr>
          </a:solidFill>
          <a:latin typeface="Arial" pitchFamily="34" charset="0"/>
          <a:ea typeface="Arial" charset="0"/>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56">
          <p15:clr>
            <a:srgbClr val="5ACBF0"/>
          </p15:clr>
        </p15:guide>
        <p15:guide id="2" pos="7296">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tx2">
            <a:lumMod val="40000"/>
            <a:lumOff val="60000"/>
          </a:schemeClr>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7"/>
          <a:stretch>
            <a:fillRect/>
          </a:stretch>
        </p:blipFill>
        <p:spPr>
          <a:xfrm>
            <a:off x="0" y="0"/>
            <a:ext cx="12192000" cy="6857999"/>
          </a:xfrm>
          <a:prstGeom prst="rect">
            <a:avLst/>
          </a:prstGeom>
        </p:spPr>
      </p:pic>
      <p:sp>
        <p:nvSpPr>
          <p:cNvPr id="11" name="Rounded Rectangle 10"/>
          <p:cNvSpPr/>
          <p:nvPr userDrawn="1"/>
        </p:nvSpPr>
        <p:spPr>
          <a:xfrm>
            <a:off x="182880" y="217300"/>
            <a:ext cx="11788140" cy="6351139"/>
          </a:xfrm>
          <a:prstGeom prst="roundRect">
            <a:avLst>
              <a:gd name="adj" fmla="val 2258"/>
            </a:avLst>
          </a:prstGeom>
          <a:gradFill>
            <a:gsLst>
              <a:gs pos="0">
                <a:schemeClr val="bg1"/>
              </a:gs>
              <a:gs pos="83000">
                <a:srgbClr val="00B0F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p>
        </p:txBody>
      </p:sp>
      <p:sp>
        <p:nvSpPr>
          <p:cNvPr id="4099" name="Title Placeholder 1"/>
          <p:cNvSpPr>
            <a:spLocks noGrp="1"/>
          </p:cNvSpPr>
          <p:nvPr>
            <p:ph type="title"/>
          </p:nvPr>
        </p:nvSpPr>
        <p:spPr bwMode="auto">
          <a:xfrm>
            <a:off x="406400" y="274638"/>
            <a:ext cx="11176000" cy="8064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Slide</a:t>
            </a:r>
          </a:p>
        </p:txBody>
      </p:sp>
      <p:sp>
        <p:nvSpPr>
          <p:cNvPr id="1030" name="Text Placeholder 2"/>
          <p:cNvSpPr>
            <a:spLocks noGrp="1"/>
          </p:cNvSpPr>
          <p:nvPr>
            <p:ph type="body" idx="1"/>
          </p:nvPr>
        </p:nvSpPr>
        <p:spPr bwMode="auto">
          <a:xfrm>
            <a:off x="406400" y="1233932"/>
            <a:ext cx="11176000" cy="470966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p:cNvSpPr>
            <a:spLocks noGrp="1"/>
          </p:cNvSpPr>
          <p:nvPr>
            <p:ph type="sldNum" sz="quarter" idx="4"/>
          </p:nvPr>
        </p:nvSpPr>
        <p:spPr>
          <a:xfrm>
            <a:off x="11184570" y="6595360"/>
            <a:ext cx="969433" cy="365125"/>
          </a:xfrm>
          <a:prstGeom prst="rect">
            <a:avLst/>
          </a:prstGeom>
          <a:ln w="57150">
            <a:noFill/>
          </a:ln>
        </p:spPr>
        <p:txBody>
          <a:bodyPr/>
          <a:lstStyle>
            <a:lvl1pPr>
              <a:defRPr lang="en-US" sz="900" smtClean="0">
                <a:solidFill>
                  <a:schemeClr val="tx1">
                    <a:lumMod val="65000"/>
                    <a:lumOff val="35000"/>
                  </a:schemeClr>
                </a:solidFill>
                <a:latin typeface="+mn-lt"/>
              </a:defRPr>
            </a:lvl1pPr>
          </a:lstStyle>
          <a:p>
            <a:pPr algn="r"/>
            <a:fld id="{139BD942-CC14-44A4-87FB-46239297AFE5}" type="slidenum">
              <a:rPr lang="en-US" smtClean="0"/>
              <a:pPr algn="r"/>
              <a:t>‹#›</a:t>
            </a:fld>
            <a:endParaRPr lang="en-US" dirty="0"/>
          </a:p>
        </p:txBody>
      </p:sp>
      <p:pic>
        <p:nvPicPr>
          <p:cNvPr id="1033" name="Picture 6"/>
          <p:cNvPicPr>
            <a:picLocks noChangeAspect="1"/>
          </p:cNvPicPr>
          <p:nvPr/>
        </p:nvPicPr>
        <p:blipFill>
          <a:blip r:embed="rId8"/>
          <a:srcRect/>
          <a:stretch>
            <a:fillRect/>
          </a:stretch>
        </p:blipFill>
        <p:spPr bwMode="auto">
          <a:xfrm>
            <a:off x="6079067" y="3416305"/>
            <a:ext cx="25400" cy="3175"/>
          </a:xfrm>
          <a:prstGeom prst="rect">
            <a:avLst/>
          </a:prstGeom>
          <a:noFill/>
          <a:ln w="9525">
            <a:noFill/>
            <a:miter lim="800000"/>
            <a:headEnd/>
            <a:tailEnd/>
          </a:ln>
        </p:spPr>
      </p:pic>
      <p:cxnSp>
        <p:nvCxnSpPr>
          <p:cNvPr id="4" name="Straight Connector 3"/>
          <p:cNvCxnSpPr/>
          <p:nvPr userDrawn="1"/>
        </p:nvCxnSpPr>
        <p:spPr>
          <a:xfrm>
            <a:off x="406400" y="6309360"/>
            <a:ext cx="1135888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userDrawn="1"/>
        </p:nvSpPr>
        <p:spPr>
          <a:xfrm>
            <a:off x="413316" y="6286500"/>
            <a:ext cx="11351964" cy="307777"/>
          </a:xfrm>
          <a:prstGeom prst="rect">
            <a:avLst/>
          </a:prstGeom>
          <a:noFill/>
        </p:spPr>
        <p:txBody>
          <a:bodyPr wrap="square" rtlCol="0">
            <a:spAutoFit/>
          </a:bodyPr>
          <a:lstStyle/>
          <a:p>
            <a:pPr algn="ctr"/>
            <a:r>
              <a:rPr lang="en-US" sz="1400" dirty="0"/>
              <a:t>US Army Corps of Engineers  </a:t>
            </a:r>
            <a:r>
              <a:rPr lang="en-US" sz="1400" dirty="0">
                <a:sym typeface="Symbol" panose="05050102010706020507" pitchFamily="18" charset="2"/>
              </a:rPr>
              <a:t></a:t>
            </a:r>
            <a:r>
              <a:rPr lang="en-US" sz="1400" dirty="0"/>
              <a:t>   Engineer Research and Development Center</a:t>
            </a:r>
          </a:p>
        </p:txBody>
      </p:sp>
      <p:sp>
        <p:nvSpPr>
          <p:cNvPr id="8" name="TextBox 7"/>
          <p:cNvSpPr txBox="1"/>
          <p:nvPr userDrawn="1"/>
        </p:nvSpPr>
        <p:spPr>
          <a:xfrm>
            <a:off x="0" y="0"/>
            <a:ext cx="12192000" cy="246221"/>
          </a:xfrm>
          <a:prstGeom prst="rect">
            <a:avLst/>
          </a:prstGeom>
          <a:noFill/>
        </p:spPr>
        <p:txBody>
          <a:bodyPr wrap="square" rtlCol="0">
            <a:spAutoFit/>
          </a:bodyPr>
          <a:lstStyle/>
          <a:p>
            <a:pPr algn="ctr"/>
            <a:r>
              <a:rPr lang="en-US" sz="1000" b="1" dirty="0">
                <a:solidFill>
                  <a:schemeClr val="bg2">
                    <a:lumMod val="50000"/>
                  </a:schemeClr>
                </a:solidFill>
              </a:rPr>
              <a:t>UNCLASSIFIED</a:t>
            </a:r>
          </a:p>
        </p:txBody>
      </p:sp>
      <p:sp>
        <p:nvSpPr>
          <p:cNvPr id="18" name="TextBox 17"/>
          <p:cNvSpPr txBox="1"/>
          <p:nvPr userDrawn="1"/>
        </p:nvSpPr>
        <p:spPr>
          <a:xfrm>
            <a:off x="-6773" y="6583538"/>
            <a:ext cx="12192000" cy="246221"/>
          </a:xfrm>
          <a:prstGeom prst="rect">
            <a:avLst/>
          </a:prstGeom>
          <a:noFill/>
        </p:spPr>
        <p:txBody>
          <a:bodyPr wrap="square" rtlCol="0">
            <a:spAutoFit/>
          </a:bodyPr>
          <a:lstStyle/>
          <a:p>
            <a:pPr algn="ctr"/>
            <a:r>
              <a:rPr lang="en-US" sz="1000" b="1" dirty="0">
                <a:solidFill>
                  <a:schemeClr val="bg2">
                    <a:lumMod val="50000"/>
                  </a:schemeClr>
                </a:solidFill>
              </a:rPr>
              <a:t>UNCLASSIFIED</a:t>
            </a:r>
          </a:p>
        </p:txBody>
      </p:sp>
    </p:spTree>
    <p:extLst>
      <p:ext uri="{BB962C8B-B14F-4D97-AF65-F5344CB8AC3E}">
        <p14:creationId xmlns:p14="http://schemas.microsoft.com/office/powerpoint/2010/main" val="799197940"/>
      </p:ext>
    </p:extLst>
  </p:cSld>
  <p:clrMap bg1="lt1" tx1="dk1" bg2="lt2" tx2="dk2" accent1="accent1" accent2="accent2" accent3="accent3" accent4="accent4" accent5="accent5" accent6="accent6" hlink="hlink" folHlink="folHlink"/>
  <p:sldLayoutIdLst>
    <p:sldLayoutId id="2147484312" r:id="rId1"/>
    <p:sldLayoutId id="2147484313" r:id="rId2"/>
    <p:sldLayoutId id="2147484314" r:id="rId3"/>
    <p:sldLayoutId id="2147484317" r:id="rId4"/>
    <p:sldLayoutId id="2147484315" r:id="rId5"/>
  </p:sldLayoutIdLst>
  <p:hf hdr="0"/>
  <p:txStyles>
    <p:titleStyle>
      <a:lvl1pPr algn="l" rtl="0" eaLnBrk="1" fontAlgn="base" hangingPunct="1">
        <a:spcBef>
          <a:spcPct val="0"/>
        </a:spcBef>
        <a:spcAft>
          <a:spcPct val="0"/>
        </a:spcAft>
        <a:defRPr sz="3200" b="1" kern="1200" cap="none">
          <a:solidFill>
            <a:schemeClr val="tx1">
              <a:lumMod val="75000"/>
              <a:lumOff val="25000"/>
            </a:schemeClr>
          </a:solidFill>
          <a:latin typeface="Arial" pitchFamily="34" charset="0"/>
          <a:ea typeface="ＭＳ Ｐゴシック" charset="0"/>
          <a:cs typeface="Arial" pitchFamily="34" charset="0"/>
        </a:defRPr>
      </a:lvl1pPr>
      <a:lvl2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2pPr>
      <a:lvl3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3pPr>
      <a:lvl4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4pPr>
      <a:lvl5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5pPr>
      <a:lvl6pPr marL="342900" algn="l" rtl="0" eaLnBrk="1" fontAlgn="base" hangingPunct="1">
        <a:spcBef>
          <a:spcPct val="0"/>
        </a:spcBef>
        <a:spcAft>
          <a:spcPct val="0"/>
        </a:spcAft>
        <a:defRPr sz="3300">
          <a:solidFill>
            <a:schemeClr val="tx1"/>
          </a:solidFill>
          <a:latin typeface="Arial" charset="0"/>
          <a:cs typeface="Arial" charset="0"/>
        </a:defRPr>
      </a:lvl6pPr>
      <a:lvl7pPr marL="685800" algn="l" rtl="0" eaLnBrk="1" fontAlgn="base" hangingPunct="1">
        <a:spcBef>
          <a:spcPct val="0"/>
        </a:spcBef>
        <a:spcAft>
          <a:spcPct val="0"/>
        </a:spcAft>
        <a:defRPr sz="3300">
          <a:solidFill>
            <a:schemeClr val="tx1"/>
          </a:solidFill>
          <a:latin typeface="Arial" charset="0"/>
          <a:cs typeface="Arial" charset="0"/>
        </a:defRPr>
      </a:lvl7pPr>
      <a:lvl8pPr marL="1028700" algn="l" rtl="0" eaLnBrk="1" fontAlgn="base" hangingPunct="1">
        <a:spcBef>
          <a:spcPct val="0"/>
        </a:spcBef>
        <a:spcAft>
          <a:spcPct val="0"/>
        </a:spcAft>
        <a:defRPr sz="3300">
          <a:solidFill>
            <a:schemeClr val="tx1"/>
          </a:solidFill>
          <a:latin typeface="Arial" charset="0"/>
          <a:cs typeface="Arial" charset="0"/>
        </a:defRPr>
      </a:lvl8pPr>
      <a:lvl9pPr marL="1371600" algn="l" rtl="0" eaLnBrk="1" fontAlgn="base" hangingPunct="1">
        <a:spcBef>
          <a:spcPct val="0"/>
        </a:spcBef>
        <a:spcAft>
          <a:spcPct val="0"/>
        </a:spcAft>
        <a:defRPr sz="3300">
          <a:solidFill>
            <a:schemeClr val="tx1"/>
          </a:solidFill>
          <a:latin typeface="Arial" charset="0"/>
          <a:cs typeface="Arial" charset="0"/>
        </a:defRPr>
      </a:lvl9pPr>
    </p:titleStyle>
    <p:bodyStyle>
      <a:lvl1pPr marL="228600" indent="-228600" algn="l" rtl="0" eaLnBrk="1" fontAlgn="base" hangingPunct="1">
        <a:spcBef>
          <a:spcPts val="225"/>
        </a:spcBef>
        <a:spcAft>
          <a:spcPct val="0"/>
        </a:spcAft>
        <a:buClr>
          <a:srgbClr val="FF0000"/>
        </a:buClr>
        <a:buFont typeface="Wingdings" panose="05000000000000000000" pitchFamily="2" charset="2"/>
        <a:buChar char="§"/>
        <a:defRPr sz="2000" b="1" kern="1200">
          <a:solidFill>
            <a:schemeClr val="tx1">
              <a:lumMod val="75000"/>
              <a:lumOff val="25000"/>
            </a:schemeClr>
          </a:solidFill>
          <a:latin typeface="Arial" pitchFamily="34" charset="0"/>
          <a:ea typeface="ＭＳ Ｐゴシック" charset="0"/>
          <a:cs typeface="Arial" pitchFamily="34" charset="0"/>
        </a:defRPr>
      </a:lvl1pPr>
      <a:lvl2pPr marL="571500" indent="-214313" algn="l" rtl="0" eaLnBrk="1" fontAlgn="base" hangingPunct="1">
        <a:spcBef>
          <a:spcPts val="225"/>
        </a:spcBef>
        <a:spcAft>
          <a:spcPct val="0"/>
        </a:spcAft>
        <a:buClr>
          <a:srgbClr val="FF0000"/>
        </a:buClr>
        <a:buFont typeface="Arial" pitchFamily="34" charset="0"/>
        <a:buChar char="•"/>
        <a:defRPr sz="1800" b="1" kern="1200">
          <a:solidFill>
            <a:schemeClr val="tx1">
              <a:lumMod val="75000"/>
              <a:lumOff val="25000"/>
            </a:schemeClr>
          </a:solidFill>
          <a:latin typeface="Arial" pitchFamily="34" charset="0"/>
          <a:ea typeface="Arial" charset="0"/>
          <a:cs typeface="Arial" pitchFamily="34" charset="0"/>
        </a:defRPr>
      </a:lvl2pPr>
      <a:lvl3pPr marL="860425" indent="-171450" algn="l" rtl="0" eaLnBrk="1" fontAlgn="base" hangingPunct="1">
        <a:spcBef>
          <a:spcPts val="225"/>
        </a:spcBef>
        <a:spcAft>
          <a:spcPct val="0"/>
        </a:spcAft>
        <a:buClr>
          <a:srgbClr val="FF0000"/>
        </a:buClr>
        <a:buSzPct val="70000"/>
        <a:buFont typeface="Arial" panose="020B0604020202020204" pitchFamily="34" charset="0"/>
        <a:buChar char="►"/>
        <a:defRPr sz="1600" b="1" kern="1200">
          <a:solidFill>
            <a:schemeClr val="tx1">
              <a:lumMod val="75000"/>
              <a:lumOff val="25000"/>
            </a:schemeClr>
          </a:solidFill>
          <a:latin typeface="Arial" pitchFamily="34" charset="0"/>
          <a:ea typeface="Arial" charset="0"/>
          <a:cs typeface="Arial" pitchFamily="34" charset="0"/>
        </a:defRPr>
      </a:lvl3pPr>
      <a:lvl4pPr marL="1143000" indent="-171450" algn="l" rtl="0" eaLnBrk="1" fontAlgn="base" hangingPunct="1">
        <a:spcBef>
          <a:spcPts val="225"/>
        </a:spcBef>
        <a:spcAft>
          <a:spcPct val="0"/>
        </a:spcAft>
        <a:buFont typeface="Arial" pitchFamily="34" charset="0"/>
        <a:buChar char="–"/>
        <a:defRPr sz="1600" b="1" kern="1200">
          <a:solidFill>
            <a:schemeClr val="tx1">
              <a:lumMod val="75000"/>
              <a:lumOff val="25000"/>
            </a:schemeClr>
          </a:solidFill>
          <a:latin typeface="Arial" pitchFamily="34" charset="0"/>
          <a:ea typeface="Arial" charset="0"/>
          <a:cs typeface="Arial" pitchFamily="34" charset="0"/>
        </a:defRPr>
      </a:lvl4pPr>
      <a:lvl5pPr marL="1371600" indent="-171450" algn="l" rtl="0" eaLnBrk="1" fontAlgn="base" hangingPunct="1">
        <a:spcBef>
          <a:spcPts val="225"/>
        </a:spcBef>
        <a:spcAft>
          <a:spcPct val="0"/>
        </a:spcAft>
        <a:buFont typeface="Arial" pitchFamily="34" charset="0"/>
        <a:buChar char="»"/>
        <a:defRPr sz="1600" b="1" kern="1200">
          <a:solidFill>
            <a:schemeClr val="tx1">
              <a:lumMod val="75000"/>
              <a:lumOff val="25000"/>
            </a:schemeClr>
          </a:solidFill>
          <a:latin typeface="Arial" pitchFamily="34" charset="0"/>
          <a:ea typeface="Arial" charset="0"/>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56">
          <p15:clr>
            <a:srgbClr val="5ACBF0"/>
          </p15:clr>
        </p15:guide>
        <p15:guide id="2" pos="7296">
          <p15:clr>
            <a:srgbClr val="5ACBF0"/>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tx2">
            <a:lumMod val="40000"/>
            <a:lumOff val="60000"/>
          </a:schemeClr>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9"/>
          <a:stretch>
            <a:fillRect/>
          </a:stretch>
        </p:blipFill>
        <p:spPr>
          <a:xfrm>
            <a:off x="0" y="0"/>
            <a:ext cx="12192000" cy="6857999"/>
          </a:xfrm>
          <a:prstGeom prst="rect">
            <a:avLst/>
          </a:prstGeom>
        </p:spPr>
      </p:pic>
      <p:sp>
        <p:nvSpPr>
          <p:cNvPr id="3" name="Rounded Rectangle 2">
            <a:extLst>
              <a:ext uri="{FF2B5EF4-FFF2-40B4-BE49-F238E27FC236}">
                <a16:creationId xmlns:a16="http://schemas.microsoft.com/office/drawing/2014/main" id="{C0E67D63-A09B-E760-5A10-8242BCEA7941}"/>
              </a:ext>
            </a:extLst>
          </p:cNvPr>
          <p:cNvSpPr/>
          <p:nvPr userDrawn="1"/>
        </p:nvSpPr>
        <p:spPr>
          <a:xfrm>
            <a:off x="182880" y="217300"/>
            <a:ext cx="11788140" cy="6351139"/>
          </a:xfrm>
          <a:prstGeom prst="roundRect">
            <a:avLst>
              <a:gd name="adj" fmla="val 2258"/>
            </a:avLst>
          </a:prstGeom>
          <a:gradFill>
            <a:gsLst>
              <a:gs pos="0">
                <a:schemeClr val="bg1"/>
              </a:gs>
              <a:gs pos="83000">
                <a:srgbClr val="00B0F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p>
        </p:txBody>
      </p:sp>
      <p:sp>
        <p:nvSpPr>
          <p:cNvPr id="4099" name="Title Placeholder 1"/>
          <p:cNvSpPr>
            <a:spLocks noGrp="1"/>
          </p:cNvSpPr>
          <p:nvPr>
            <p:ph type="title"/>
          </p:nvPr>
        </p:nvSpPr>
        <p:spPr bwMode="auto">
          <a:xfrm>
            <a:off x="406400" y="274638"/>
            <a:ext cx="11176000" cy="8064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Slide</a:t>
            </a:r>
          </a:p>
        </p:txBody>
      </p:sp>
      <p:sp>
        <p:nvSpPr>
          <p:cNvPr id="1030" name="Text Placeholder 2"/>
          <p:cNvSpPr>
            <a:spLocks noGrp="1"/>
          </p:cNvSpPr>
          <p:nvPr>
            <p:ph type="body" idx="1"/>
          </p:nvPr>
        </p:nvSpPr>
        <p:spPr bwMode="auto">
          <a:xfrm>
            <a:off x="406400" y="1233932"/>
            <a:ext cx="11176000" cy="470966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p:cNvSpPr>
            <a:spLocks noGrp="1"/>
          </p:cNvSpPr>
          <p:nvPr>
            <p:ph type="sldNum" sz="quarter" idx="4"/>
          </p:nvPr>
        </p:nvSpPr>
        <p:spPr>
          <a:xfrm>
            <a:off x="11192808" y="6587122"/>
            <a:ext cx="969433" cy="365125"/>
          </a:xfrm>
          <a:prstGeom prst="rect">
            <a:avLst/>
          </a:prstGeom>
          <a:ln w="57150">
            <a:noFill/>
          </a:ln>
        </p:spPr>
        <p:txBody>
          <a:bodyPr/>
          <a:lstStyle>
            <a:lvl1pPr>
              <a:defRPr lang="en-US" sz="900" smtClean="0">
                <a:solidFill>
                  <a:schemeClr val="tx1">
                    <a:lumMod val="65000"/>
                    <a:lumOff val="35000"/>
                  </a:schemeClr>
                </a:solidFill>
                <a:latin typeface="+mn-lt"/>
              </a:defRPr>
            </a:lvl1pPr>
          </a:lstStyle>
          <a:p>
            <a:pPr algn="r"/>
            <a:fld id="{139BD942-CC14-44A4-87FB-46239297AFE5}" type="slidenum">
              <a:rPr lang="en-US" smtClean="0"/>
              <a:pPr algn="r"/>
              <a:t>‹#›</a:t>
            </a:fld>
            <a:endParaRPr lang="en-US" dirty="0"/>
          </a:p>
        </p:txBody>
      </p:sp>
      <p:pic>
        <p:nvPicPr>
          <p:cNvPr id="1033" name="Picture 6"/>
          <p:cNvPicPr>
            <a:picLocks noChangeAspect="1"/>
          </p:cNvPicPr>
          <p:nvPr/>
        </p:nvPicPr>
        <p:blipFill>
          <a:blip r:embed="rId10"/>
          <a:srcRect/>
          <a:stretch>
            <a:fillRect/>
          </a:stretch>
        </p:blipFill>
        <p:spPr bwMode="auto">
          <a:xfrm>
            <a:off x="6079067" y="3416305"/>
            <a:ext cx="25400" cy="3175"/>
          </a:xfrm>
          <a:prstGeom prst="rect">
            <a:avLst/>
          </a:prstGeom>
          <a:noFill/>
          <a:ln w="9525">
            <a:noFill/>
            <a:miter lim="800000"/>
            <a:headEnd/>
            <a:tailEnd/>
          </a:ln>
        </p:spPr>
      </p:pic>
      <p:cxnSp>
        <p:nvCxnSpPr>
          <p:cNvPr id="4" name="Straight Connector 3"/>
          <p:cNvCxnSpPr/>
          <p:nvPr userDrawn="1"/>
        </p:nvCxnSpPr>
        <p:spPr>
          <a:xfrm>
            <a:off x="406400" y="6309360"/>
            <a:ext cx="1135888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userDrawn="1"/>
        </p:nvSpPr>
        <p:spPr>
          <a:xfrm>
            <a:off x="413316" y="6286500"/>
            <a:ext cx="11351964" cy="307777"/>
          </a:xfrm>
          <a:prstGeom prst="rect">
            <a:avLst/>
          </a:prstGeom>
          <a:noFill/>
        </p:spPr>
        <p:txBody>
          <a:bodyPr wrap="square" rtlCol="0">
            <a:spAutoFit/>
          </a:bodyPr>
          <a:lstStyle/>
          <a:p>
            <a:pPr algn="ctr"/>
            <a:r>
              <a:rPr lang="en-US" sz="1400" dirty="0"/>
              <a:t>US Army Corps of Engineers  </a:t>
            </a:r>
            <a:r>
              <a:rPr lang="en-US" sz="1400" dirty="0">
                <a:sym typeface="Symbol" panose="05050102010706020507" pitchFamily="18" charset="2"/>
              </a:rPr>
              <a:t></a:t>
            </a:r>
            <a:r>
              <a:rPr lang="en-US" sz="1400" dirty="0"/>
              <a:t>   Engineer Research and Development Center</a:t>
            </a:r>
          </a:p>
        </p:txBody>
      </p:sp>
      <p:sp>
        <p:nvSpPr>
          <p:cNvPr id="8" name="TextBox 7"/>
          <p:cNvSpPr txBox="1"/>
          <p:nvPr userDrawn="1"/>
        </p:nvSpPr>
        <p:spPr>
          <a:xfrm>
            <a:off x="0" y="0"/>
            <a:ext cx="12192000" cy="246221"/>
          </a:xfrm>
          <a:prstGeom prst="rect">
            <a:avLst/>
          </a:prstGeom>
          <a:noFill/>
        </p:spPr>
        <p:txBody>
          <a:bodyPr wrap="square" rtlCol="0">
            <a:spAutoFit/>
          </a:bodyPr>
          <a:lstStyle/>
          <a:p>
            <a:pPr algn="ctr"/>
            <a:r>
              <a:rPr lang="en-US" sz="1000" b="1" dirty="0">
                <a:solidFill>
                  <a:schemeClr val="bg2">
                    <a:lumMod val="50000"/>
                  </a:schemeClr>
                </a:solidFill>
              </a:rPr>
              <a:t>CLASSIFICATION</a:t>
            </a:r>
            <a:r>
              <a:rPr lang="en-US" sz="1000" b="1" baseline="0" dirty="0">
                <a:solidFill>
                  <a:schemeClr val="bg2">
                    <a:lumMod val="50000"/>
                  </a:schemeClr>
                </a:solidFill>
              </a:rPr>
              <a:t> STATEMENT HERE</a:t>
            </a:r>
            <a:endParaRPr lang="en-US" sz="1000" b="1" dirty="0">
              <a:solidFill>
                <a:schemeClr val="bg2">
                  <a:lumMod val="50000"/>
                </a:schemeClr>
              </a:solidFill>
            </a:endParaRPr>
          </a:p>
        </p:txBody>
      </p:sp>
      <p:sp>
        <p:nvSpPr>
          <p:cNvPr id="18" name="TextBox 17"/>
          <p:cNvSpPr txBox="1"/>
          <p:nvPr userDrawn="1"/>
        </p:nvSpPr>
        <p:spPr>
          <a:xfrm>
            <a:off x="-6773" y="6583538"/>
            <a:ext cx="12192000" cy="246221"/>
          </a:xfrm>
          <a:prstGeom prst="rect">
            <a:avLst/>
          </a:prstGeom>
          <a:noFill/>
        </p:spPr>
        <p:txBody>
          <a:bodyPr wrap="square" rtlCol="0">
            <a:spAutoFit/>
          </a:bodyPr>
          <a:lstStyle/>
          <a:p>
            <a:pPr algn="ctr"/>
            <a:r>
              <a:rPr lang="en-US" sz="1000" b="1" dirty="0">
                <a:solidFill>
                  <a:schemeClr val="bg2">
                    <a:lumMod val="50000"/>
                  </a:schemeClr>
                </a:solidFill>
              </a:rPr>
              <a:t>CLASSIFICATION</a:t>
            </a:r>
            <a:r>
              <a:rPr lang="en-US" sz="1000" b="1" baseline="0" dirty="0">
                <a:solidFill>
                  <a:schemeClr val="bg2">
                    <a:lumMod val="50000"/>
                  </a:schemeClr>
                </a:solidFill>
              </a:rPr>
              <a:t> STATEMENT HERE</a:t>
            </a:r>
            <a:endParaRPr lang="en-US" sz="1000" b="1" dirty="0">
              <a:solidFill>
                <a:schemeClr val="bg2">
                  <a:lumMod val="50000"/>
                </a:schemeClr>
              </a:solidFill>
            </a:endParaRPr>
          </a:p>
        </p:txBody>
      </p:sp>
    </p:spTree>
    <p:extLst>
      <p:ext uri="{BB962C8B-B14F-4D97-AF65-F5344CB8AC3E}">
        <p14:creationId xmlns:p14="http://schemas.microsoft.com/office/powerpoint/2010/main" val="3506813200"/>
      </p:ext>
    </p:extLst>
  </p:cSld>
  <p:clrMap bg1="lt1" tx1="dk1" bg2="lt2" tx2="dk2" accent1="accent1" accent2="accent2" accent3="accent3" accent4="accent4" accent5="accent5" accent6="accent6" hlink="hlink" folHlink="folHlink"/>
  <p:sldLayoutIdLst>
    <p:sldLayoutId id="2147484273" r:id="rId1"/>
    <p:sldLayoutId id="2147484279" r:id="rId2"/>
    <p:sldLayoutId id="2147484280" r:id="rId3"/>
    <p:sldLayoutId id="2147484281" r:id="rId4"/>
    <p:sldLayoutId id="2147484282" r:id="rId5"/>
    <p:sldLayoutId id="2147484283" r:id="rId6"/>
    <p:sldLayoutId id="2147484284" r:id="rId7"/>
  </p:sldLayoutIdLst>
  <p:hf hdr="0"/>
  <p:txStyles>
    <p:titleStyle>
      <a:lvl1pPr algn="l" rtl="0" eaLnBrk="1" fontAlgn="base" hangingPunct="1">
        <a:spcBef>
          <a:spcPct val="0"/>
        </a:spcBef>
        <a:spcAft>
          <a:spcPct val="0"/>
        </a:spcAft>
        <a:defRPr sz="3200" b="1" kern="1200" cap="none">
          <a:solidFill>
            <a:schemeClr val="tx1">
              <a:lumMod val="75000"/>
              <a:lumOff val="25000"/>
            </a:schemeClr>
          </a:solidFill>
          <a:latin typeface="Arial" pitchFamily="34" charset="0"/>
          <a:ea typeface="ＭＳ Ｐゴシック" charset="0"/>
          <a:cs typeface="Arial" pitchFamily="34" charset="0"/>
        </a:defRPr>
      </a:lvl1pPr>
      <a:lvl2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2pPr>
      <a:lvl3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3pPr>
      <a:lvl4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4pPr>
      <a:lvl5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5pPr>
      <a:lvl6pPr marL="342900" algn="l" rtl="0" eaLnBrk="1" fontAlgn="base" hangingPunct="1">
        <a:spcBef>
          <a:spcPct val="0"/>
        </a:spcBef>
        <a:spcAft>
          <a:spcPct val="0"/>
        </a:spcAft>
        <a:defRPr sz="3300">
          <a:solidFill>
            <a:schemeClr val="tx1"/>
          </a:solidFill>
          <a:latin typeface="Arial" charset="0"/>
          <a:cs typeface="Arial" charset="0"/>
        </a:defRPr>
      </a:lvl6pPr>
      <a:lvl7pPr marL="685800" algn="l" rtl="0" eaLnBrk="1" fontAlgn="base" hangingPunct="1">
        <a:spcBef>
          <a:spcPct val="0"/>
        </a:spcBef>
        <a:spcAft>
          <a:spcPct val="0"/>
        </a:spcAft>
        <a:defRPr sz="3300">
          <a:solidFill>
            <a:schemeClr val="tx1"/>
          </a:solidFill>
          <a:latin typeface="Arial" charset="0"/>
          <a:cs typeface="Arial" charset="0"/>
        </a:defRPr>
      </a:lvl7pPr>
      <a:lvl8pPr marL="1028700" algn="l" rtl="0" eaLnBrk="1" fontAlgn="base" hangingPunct="1">
        <a:spcBef>
          <a:spcPct val="0"/>
        </a:spcBef>
        <a:spcAft>
          <a:spcPct val="0"/>
        </a:spcAft>
        <a:defRPr sz="3300">
          <a:solidFill>
            <a:schemeClr val="tx1"/>
          </a:solidFill>
          <a:latin typeface="Arial" charset="0"/>
          <a:cs typeface="Arial" charset="0"/>
        </a:defRPr>
      </a:lvl8pPr>
      <a:lvl9pPr marL="1371600" algn="l" rtl="0" eaLnBrk="1" fontAlgn="base" hangingPunct="1">
        <a:spcBef>
          <a:spcPct val="0"/>
        </a:spcBef>
        <a:spcAft>
          <a:spcPct val="0"/>
        </a:spcAft>
        <a:defRPr sz="3300">
          <a:solidFill>
            <a:schemeClr val="tx1"/>
          </a:solidFill>
          <a:latin typeface="Arial" charset="0"/>
          <a:cs typeface="Arial" charset="0"/>
        </a:defRPr>
      </a:lvl9pPr>
    </p:titleStyle>
    <p:bodyStyle>
      <a:lvl1pPr marL="228600" indent="-228600" algn="l" rtl="0" eaLnBrk="1" fontAlgn="base" hangingPunct="1">
        <a:spcBef>
          <a:spcPts val="225"/>
        </a:spcBef>
        <a:spcAft>
          <a:spcPct val="0"/>
        </a:spcAft>
        <a:buClr>
          <a:srgbClr val="FF0000"/>
        </a:buClr>
        <a:buFont typeface="Wingdings" panose="05000000000000000000" pitchFamily="2" charset="2"/>
        <a:buChar char="§"/>
        <a:defRPr sz="2000" b="1" kern="1200">
          <a:solidFill>
            <a:schemeClr val="tx1">
              <a:lumMod val="75000"/>
              <a:lumOff val="25000"/>
            </a:schemeClr>
          </a:solidFill>
          <a:latin typeface="Arial" pitchFamily="34" charset="0"/>
          <a:ea typeface="ＭＳ Ｐゴシック" charset="0"/>
          <a:cs typeface="Arial" pitchFamily="34" charset="0"/>
        </a:defRPr>
      </a:lvl1pPr>
      <a:lvl2pPr marL="571500" indent="-214313" algn="l" rtl="0" eaLnBrk="1" fontAlgn="base" hangingPunct="1">
        <a:spcBef>
          <a:spcPts val="225"/>
        </a:spcBef>
        <a:spcAft>
          <a:spcPct val="0"/>
        </a:spcAft>
        <a:buClr>
          <a:srgbClr val="FF0000"/>
        </a:buClr>
        <a:buFont typeface="Arial" pitchFamily="34" charset="0"/>
        <a:buChar char="•"/>
        <a:defRPr sz="1800" b="1" kern="1200">
          <a:solidFill>
            <a:schemeClr val="tx1">
              <a:lumMod val="75000"/>
              <a:lumOff val="25000"/>
            </a:schemeClr>
          </a:solidFill>
          <a:latin typeface="Arial" pitchFamily="34" charset="0"/>
          <a:ea typeface="Arial" charset="0"/>
          <a:cs typeface="Arial" pitchFamily="34" charset="0"/>
        </a:defRPr>
      </a:lvl2pPr>
      <a:lvl3pPr marL="860425" indent="-171450" algn="l" rtl="0" eaLnBrk="1" fontAlgn="base" hangingPunct="1">
        <a:spcBef>
          <a:spcPts val="225"/>
        </a:spcBef>
        <a:spcAft>
          <a:spcPct val="0"/>
        </a:spcAft>
        <a:buClr>
          <a:srgbClr val="FF0000"/>
        </a:buClr>
        <a:buSzPct val="70000"/>
        <a:buFont typeface="Arial" panose="020B0604020202020204" pitchFamily="34" charset="0"/>
        <a:buChar char="►"/>
        <a:defRPr sz="1600" b="1" kern="1200">
          <a:solidFill>
            <a:schemeClr val="tx1">
              <a:lumMod val="75000"/>
              <a:lumOff val="25000"/>
            </a:schemeClr>
          </a:solidFill>
          <a:latin typeface="Arial" pitchFamily="34" charset="0"/>
          <a:ea typeface="Arial" charset="0"/>
          <a:cs typeface="Arial" pitchFamily="34" charset="0"/>
        </a:defRPr>
      </a:lvl3pPr>
      <a:lvl4pPr marL="1143000" indent="-171450" algn="l" rtl="0" eaLnBrk="1" fontAlgn="base" hangingPunct="1">
        <a:spcBef>
          <a:spcPts val="225"/>
        </a:spcBef>
        <a:spcAft>
          <a:spcPct val="0"/>
        </a:spcAft>
        <a:buFont typeface="Arial" pitchFamily="34" charset="0"/>
        <a:buChar char="–"/>
        <a:defRPr sz="1600" b="1" kern="1200">
          <a:solidFill>
            <a:schemeClr val="tx1">
              <a:lumMod val="75000"/>
              <a:lumOff val="25000"/>
            </a:schemeClr>
          </a:solidFill>
          <a:latin typeface="Arial" pitchFamily="34" charset="0"/>
          <a:ea typeface="Arial" charset="0"/>
          <a:cs typeface="Arial" pitchFamily="34" charset="0"/>
        </a:defRPr>
      </a:lvl4pPr>
      <a:lvl5pPr marL="1371600" indent="-171450" algn="l" rtl="0" eaLnBrk="1" fontAlgn="base" hangingPunct="1">
        <a:spcBef>
          <a:spcPts val="225"/>
        </a:spcBef>
        <a:spcAft>
          <a:spcPct val="0"/>
        </a:spcAft>
        <a:buFont typeface="Arial" pitchFamily="34" charset="0"/>
        <a:buChar char="»"/>
        <a:defRPr sz="1600" b="1" kern="1200">
          <a:solidFill>
            <a:schemeClr val="tx1">
              <a:lumMod val="75000"/>
              <a:lumOff val="25000"/>
            </a:schemeClr>
          </a:solidFill>
          <a:latin typeface="Arial" pitchFamily="34" charset="0"/>
          <a:ea typeface="Arial" charset="0"/>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56" userDrawn="1">
          <p15:clr>
            <a:srgbClr val="5ACBF0"/>
          </p15:clr>
        </p15:guide>
        <p15:guide id="2" pos="7296" userDrawn="1">
          <p15:clr>
            <a:srgbClr val="5ACBF0"/>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chemeClr val="tx2">
            <a:lumMod val="40000"/>
            <a:lumOff val="60000"/>
          </a:schemeClr>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9"/>
          <a:stretch>
            <a:fillRect/>
          </a:stretch>
        </p:blipFill>
        <p:spPr>
          <a:xfrm>
            <a:off x="0" y="0"/>
            <a:ext cx="12192000" cy="6857999"/>
          </a:xfrm>
          <a:prstGeom prst="rect">
            <a:avLst/>
          </a:prstGeom>
        </p:spPr>
      </p:pic>
      <p:sp>
        <p:nvSpPr>
          <p:cNvPr id="3" name="Rounded Rectangle 2">
            <a:extLst>
              <a:ext uri="{FF2B5EF4-FFF2-40B4-BE49-F238E27FC236}">
                <a16:creationId xmlns:a16="http://schemas.microsoft.com/office/drawing/2014/main" id="{24FCF4A6-EBC9-C2AC-2815-3FFFD71A1CF8}"/>
              </a:ext>
            </a:extLst>
          </p:cNvPr>
          <p:cNvSpPr/>
          <p:nvPr userDrawn="1"/>
        </p:nvSpPr>
        <p:spPr>
          <a:xfrm>
            <a:off x="182880" y="217300"/>
            <a:ext cx="11788140" cy="6351139"/>
          </a:xfrm>
          <a:prstGeom prst="roundRect">
            <a:avLst>
              <a:gd name="adj" fmla="val 2258"/>
            </a:avLst>
          </a:prstGeom>
          <a:gradFill>
            <a:gsLst>
              <a:gs pos="0">
                <a:schemeClr val="bg1"/>
              </a:gs>
              <a:gs pos="83000">
                <a:srgbClr val="00B0F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p>
        </p:txBody>
      </p:sp>
      <p:sp>
        <p:nvSpPr>
          <p:cNvPr id="4099" name="Title Placeholder 1"/>
          <p:cNvSpPr>
            <a:spLocks noGrp="1"/>
          </p:cNvSpPr>
          <p:nvPr>
            <p:ph type="title"/>
          </p:nvPr>
        </p:nvSpPr>
        <p:spPr bwMode="auto">
          <a:xfrm>
            <a:off x="406400" y="274638"/>
            <a:ext cx="11176000" cy="8064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Slide</a:t>
            </a:r>
          </a:p>
        </p:txBody>
      </p:sp>
      <p:sp>
        <p:nvSpPr>
          <p:cNvPr id="1030" name="Text Placeholder 2"/>
          <p:cNvSpPr>
            <a:spLocks noGrp="1"/>
          </p:cNvSpPr>
          <p:nvPr>
            <p:ph type="body" idx="1"/>
          </p:nvPr>
        </p:nvSpPr>
        <p:spPr bwMode="auto">
          <a:xfrm>
            <a:off x="406400" y="1233932"/>
            <a:ext cx="11176000" cy="470966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p:cNvSpPr>
            <a:spLocks noGrp="1"/>
          </p:cNvSpPr>
          <p:nvPr>
            <p:ph type="sldNum" sz="quarter" idx="4"/>
          </p:nvPr>
        </p:nvSpPr>
        <p:spPr>
          <a:xfrm>
            <a:off x="11217522" y="-1985"/>
            <a:ext cx="969433" cy="365125"/>
          </a:xfrm>
          <a:prstGeom prst="rect">
            <a:avLst/>
          </a:prstGeom>
        </p:spPr>
        <p:txBody>
          <a:bodyPr vert="horz" wrap="square" lIns="91440" tIns="45720" rIns="91440" bIns="45720" numCol="1" anchor="ctr" anchorCtr="0" compatLnSpc="1">
            <a:prstTxWarp prst="textNoShape">
              <a:avLst/>
            </a:prstTxWarp>
          </a:bodyPr>
          <a:lstStyle>
            <a:lvl1pPr algn="r">
              <a:defRPr sz="750" b="1">
                <a:solidFill>
                  <a:srgbClr val="898989"/>
                </a:solidFill>
                <a:cs typeface="Arial" pitchFamily="34" charset="0"/>
              </a:defRPr>
            </a:lvl1pPr>
          </a:lstStyle>
          <a:p>
            <a:fld id="{139BD942-CC14-44A4-87FB-46239297AFE5}" type="slidenum">
              <a:rPr lang="en-US" smtClean="0"/>
              <a:pPr/>
              <a:t>‹#›</a:t>
            </a:fld>
            <a:endParaRPr lang="en-US" dirty="0"/>
          </a:p>
        </p:txBody>
      </p:sp>
      <p:cxnSp>
        <p:nvCxnSpPr>
          <p:cNvPr id="4" name="Straight Connector 3"/>
          <p:cNvCxnSpPr/>
          <p:nvPr userDrawn="1"/>
        </p:nvCxnSpPr>
        <p:spPr>
          <a:xfrm>
            <a:off x="406400" y="6309360"/>
            <a:ext cx="1135888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userDrawn="1"/>
        </p:nvSpPr>
        <p:spPr>
          <a:xfrm>
            <a:off x="413316" y="6286500"/>
            <a:ext cx="11351964" cy="307777"/>
          </a:xfrm>
          <a:prstGeom prst="rect">
            <a:avLst/>
          </a:prstGeom>
          <a:noFill/>
        </p:spPr>
        <p:txBody>
          <a:bodyPr wrap="square" rtlCol="0">
            <a:spAutoFit/>
          </a:bodyPr>
          <a:lstStyle/>
          <a:p>
            <a:pPr algn="ctr"/>
            <a:r>
              <a:rPr lang="en-US" sz="1400" dirty="0">
                <a:solidFill>
                  <a:prstClr val="black"/>
                </a:solidFill>
              </a:rPr>
              <a:t>US Army Corps of Engineers  </a:t>
            </a:r>
            <a:r>
              <a:rPr lang="en-US" sz="1400" dirty="0">
                <a:solidFill>
                  <a:prstClr val="black"/>
                </a:solidFill>
                <a:sym typeface="Symbol" panose="05050102010706020507" pitchFamily="18" charset="2"/>
              </a:rPr>
              <a:t></a:t>
            </a:r>
            <a:r>
              <a:rPr lang="en-US" sz="1400" dirty="0">
                <a:solidFill>
                  <a:prstClr val="black"/>
                </a:solidFill>
              </a:rPr>
              <a:t>   Engineer Research and Development Center</a:t>
            </a:r>
          </a:p>
        </p:txBody>
      </p:sp>
      <p:sp>
        <p:nvSpPr>
          <p:cNvPr id="8" name="TextBox 7"/>
          <p:cNvSpPr txBox="1"/>
          <p:nvPr userDrawn="1"/>
        </p:nvSpPr>
        <p:spPr>
          <a:xfrm>
            <a:off x="0" y="0"/>
            <a:ext cx="12192000" cy="246221"/>
          </a:xfrm>
          <a:prstGeom prst="rect">
            <a:avLst/>
          </a:prstGeom>
          <a:noFill/>
        </p:spPr>
        <p:txBody>
          <a:bodyPr wrap="square" rtlCol="0">
            <a:spAutoFit/>
          </a:bodyPr>
          <a:lstStyle/>
          <a:p>
            <a:pPr algn="ctr"/>
            <a:r>
              <a:rPr lang="en-US" sz="1000" b="1" dirty="0">
                <a:solidFill>
                  <a:srgbClr val="EBEBEB">
                    <a:lumMod val="50000"/>
                  </a:srgbClr>
                </a:solidFill>
              </a:rPr>
              <a:t>//CUI//</a:t>
            </a:r>
          </a:p>
        </p:txBody>
      </p:sp>
      <p:sp>
        <p:nvSpPr>
          <p:cNvPr id="18" name="TextBox 17"/>
          <p:cNvSpPr txBox="1"/>
          <p:nvPr userDrawn="1"/>
        </p:nvSpPr>
        <p:spPr>
          <a:xfrm>
            <a:off x="-6773" y="6583538"/>
            <a:ext cx="12192000" cy="246221"/>
          </a:xfrm>
          <a:prstGeom prst="rect">
            <a:avLst/>
          </a:prstGeom>
          <a:noFill/>
        </p:spPr>
        <p:txBody>
          <a:bodyPr wrap="square" rtlCol="0">
            <a:spAutoFit/>
          </a:bodyPr>
          <a:lstStyle/>
          <a:p>
            <a:pPr algn="ctr"/>
            <a:r>
              <a:rPr lang="en-US" sz="1000" b="1" dirty="0">
                <a:solidFill>
                  <a:srgbClr val="EBEBEB">
                    <a:lumMod val="50000"/>
                  </a:srgbClr>
                </a:solidFill>
              </a:rPr>
              <a:t>//CUI//</a:t>
            </a:r>
          </a:p>
        </p:txBody>
      </p:sp>
    </p:spTree>
    <p:extLst>
      <p:ext uri="{BB962C8B-B14F-4D97-AF65-F5344CB8AC3E}">
        <p14:creationId xmlns:p14="http://schemas.microsoft.com/office/powerpoint/2010/main" val="4238848521"/>
      </p:ext>
    </p:extLst>
  </p:cSld>
  <p:clrMap bg1="lt1" tx1="dk1" bg2="lt2" tx2="dk2" accent1="accent1" accent2="accent2" accent3="accent3" accent4="accent4" accent5="accent5" accent6="accent6" hlink="hlink" folHlink="folHlink"/>
  <p:sldLayoutIdLst>
    <p:sldLayoutId id="2147484320" r:id="rId1"/>
    <p:sldLayoutId id="2147484321" r:id="rId2"/>
    <p:sldLayoutId id="2147484322" r:id="rId3"/>
    <p:sldLayoutId id="2147484323" r:id="rId4"/>
    <p:sldLayoutId id="2147484324" r:id="rId5"/>
    <p:sldLayoutId id="2147484325" r:id="rId6"/>
    <p:sldLayoutId id="2147484326" r:id="rId7"/>
  </p:sldLayoutIdLst>
  <p:hf hdr="0"/>
  <p:txStyles>
    <p:titleStyle>
      <a:lvl1pPr algn="l" rtl="0" eaLnBrk="1" fontAlgn="base" hangingPunct="1">
        <a:spcBef>
          <a:spcPct val="0"/>
        </a:spcBef>
        <a:spcAft>
          <a:spcPct val="0"/>
        </a:spcAft>
        <a:defRPr sz="3200" b="1" kern="1200" cap="none">
          <a:solidFill>
            <a:schemeClr val="tx1">
              <a:lumMod val="75000"/>
              <a:lumOff val="25000"/>
            </a:schemeClr>
          </a:solidFill>
          <a:latin typeface="Arial" pitchFamily="34" charset="0"/>
          <a:ea typeface="ＭＳ Ｐゴシック" charset="0"/>
          <a:cs typeface="Arial" pitchFamily="34" charset="0"/>
        </a:defRPr>
      </a:lvl1pPr>
      <a:lvl2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2pPr>
      <a:lvl3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3pPr>
      <a:lvl4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4pPr>
      <a:lvl5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5pPr>
      <a:lvl6pPr marL="342900" algn="l" rtl="0" eaLnBrk="1" fontAlgn="base" hangingPunct="1">
        <a:spcBef>
          <a:spcPct val="0"/>
        </a:spcBef>
        <a:spcAft>
          <a:spcPct val="0"/>
        </a:spcAft>
        <a:defRPr sz="3300">
          <a:solidFill>
            <a:schemeClr val="tx1"/>
          </a:solidFill>
          <a:latin typeface="Arial" charset="0"/>
          <a:cs typeface="Arial" charset="0"/>
        </a:defRPr>
      </a:lvl6pPr>
      <a:lvl7pPr marL="685800" algn="l" rtl="0" eaLnBrk="1" fontAlgn="base" hangingPunct="1">
        <a:spcBef>
          <a:spcPct val="0"/>
        </a:spcBef>
        <a:spcAft>
          <a:spcPct val="0"/>
        </a:spcAft>
        <a:defRPr sz="3300">
          <a:solidFill>
            <a:schemeClr val="tx1"/>
          </a:solidFill>
          <a:latin typeface="Arial" charset="0"/>
          <a:cs typeface="Arial" charset="0"/>
        </a:defRPr>
      </a:lvl7pPr>
      <a:lvl8pPr marL="1028700" algn="l" rtl="0" eaLnBrk="1" fontAlgn="base" hangingPunct="1">
        <a:spcBef>
          <a:spcPct val="0"/>
        </a:spcBef>
        <a:spcAft>
          <a:spcPct val="0"/>
        </a:spcAft>
        <a:defRPr sz="3300">
          <a:solidFill>
            <a:schemeClr val="tx1"/>
          </a:solidFill>
          <a:latin typeface="Arial" charset="0"/>
          <a:cs typeface="Arial" charset="0"/>
        </a:defRPr>
      </a:lvl8pPr>
      <a:lvl9pPr marL="1371600" algn="l" rtl="0" eaLnBrk="1" fontAlgn="base" hangingPunct="1">
        <a:spcBef>
          <a:spcPct val="0"/>
        </a:spcBef>
        <a:spcAft>
          <a:spcPct val="0"/>
        </a:spcAft>
        <a:defRPr sz="3300">
          <a:solidFill>
            <a:schemeClr val="tx1"/>
          </a:solidFill>
          <a:latin typeface="Arial" charset="0"/>
          <a:cs typeface="Arial" charset="0"/>
        </a:defRPr>
      </a:lvl9pPr>
    </p:titleStyle>
    <p:bodyStyle>
      <a:lvl1pPr marL="228600" indent="-228600" algn="l" rtl="0" eaLnBrk="1" fontAlgn="base" hangingPunct="1">
        <a:spcBef>
          <a:spcPts val="225"/>
        </a:spcBef>
        <a:spcAft>
          <a:spcPct val="0"/>
        </a:spcAft>
        <a:buClr>
          <a:srgbClr val="FF0000"/>
        </a:buClr>
        <a:buFont typeface="Wingdings" panose="05000000000000000000" pitchFamily="2" charset="2"/>
        <a:buChar char="§"/>
        <a:defRPr sz="2000" b="1" kern="1200">
          <a:solidFill>
            <a:schemeClr val="tx1">
              <a:lumMod val="75000"/>
              <a:lumOff val="25000"/>
            </a:schemeClr>
          </a:solidFill>
          <a:latin typeface="Arial" pitchFamily="34" charset="0"/>
          <a:ea typeface="ＭＳ Ｐゴシック" charset="0"/>
          <a:cs typeface="Arial" pitchFamily="34" charset="0"/>
        </a:defRPr>
      </a:lvl1pPr>
      <a:lvl2pPr marL="571500" indent="-214313" algn="l" rtl="0" eaLnBrk="1" fontAlgn="base" hangingPunct="1">
        <a:spcBef>
          <a:spcPts val="225"/>
        </a:spcBef>
        <a:spcAft>
          <a:spcPct val="0"/>
        </a:spcAft>
        <a:buClr>
          <a:srgbClr val="FF0000"/>
        </a:buClr>
        <a:buFont typeface="Arial" pitchFamily="34" charset="0"/>
        <a:buChar char="•"/>
        <a:defRPr sz="1800" b="1" kern="1200">
          <a:solidFill>
            <a:schemeClr val="tx1">
              <a:lumMod val="75000"/>
              <a:lumOff val="25000"/>
            </a:schemeClr>
          </a:solidFill>
          <a:latin typeface="Arial" pitchFamily="34" charset="0"/>
          <a:ea typeface="Arial" charset="0"/>
          <a:cs typeface="Arial" pitchFamily="34" charset="0"/>
        </a:defRPr>
      </a:lvl2pPr>
      <a:lvl3pPr marL="860425" indent="-171450" algn="l" rtl="0" eaLnBrk="1" fontAlgn="base" hangingPunct="1">
        <a:spcBef>
          <a:spcPts val="225"/>
        </a:spcBef>
        <a:spcAft>
          <a:spcPct val="0"/>
        </a:spcAft>
        <a:buClr>
          <a:srgbClr val="FF0000"/>
        </a:buClr>
        <a:buSzPct val="70000"/>
        <a:buFont typeface="Arial" panose="020B0604020202020204" pitchFamily="34" charset="0"/>
        <a:buChar char="►"/>
        <a:defRPr sz="1600" b="1" kern="1200">
          <a:solidFill>
            <a:schemeClr val="tx1">
              <a:lumMod val="75000"/>
              <a:lumOff val="25000"/>
            </a:schemeClr>
          </a:solidFill>
          <a:latin typeface="Arial" pitchFamily="34" charset="0"/>
          <a:ea typeface="Arial" charset="0"/>
          <a:cs typeface="Arial" pitchFamily="34" charset="0"/>
        </a:defRPr>
      </a:lvl3pPr>
      <a:lvl4pPr marL="1143000" indent="-171450" algn="l" rtl="0" eaLnBrk="1" fontAlgn="base" hangingPunct="1">
        <a:spcBef>
          <a:spcPts val="225"/>
        </a:spcBef>
        <a:spcAft>
          <a:spcPct val="0"/>
        </a:spcAft>
        <a:buFont typeface="Arial" pitchFamily="34" charset="0"/>
        <a:buChar char="–"/>
        <a:defRPr sz="1600" b="1" kern="1200">
          <a:solidFill>
            <a:schemeClr val="tx1">
              <a:lumMod val="75000"/>
              <a:lumOff val="25000"/>
            </a:schemeClr>
          </a:solidFill>
          <a:latin typeface="Arial" pitchFamily="34" charset="0"/>
          <a:ea typeface="Arial" charset="0"/>
          <a:cs typeface="Arial" pitchFamily="34" charset="0"/>
        </a:defRPr>
      </a:lvl4pPr>
      <a:lvl5pPr marL="1371600" indent="-171450" algn="l" rtl="0" eaLnBrk="1" fontAlgn="base" hangingPunct="1">
        <a:spcBef>
          <a:spcPts val="225"/>
        </a:spcBef>
        <a:spcAft>
          <a:spcPct val="0"/>
        </a:spcAft>
        <a:buFont typeface="Arial" pitchFamily="34" charset="0"/>
        <a:buChar char="»"/>
        <a:defRPr sz="1600" b="1" kern="1200">
          <a:solidFill>
            <a:schemeClr val="tx1">
              <a:lumMod val="75000"/>
              <a:lumOff val="25000"/>
            </a:schemeClr>
          </a:solidFill>
          <a:latin typeface="Arial" pitchFamily="34" charset="0"/>
          <a:ea typeface="Arial" charset="0"/>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56">
          <p15:clr>
            <a:srgbClr val="5ACBF0"/>
          </p15:clr>
        </p15:guide>
        <p15:guide id="2" pos="7296">
          <p15:clr>
            <a:srgbClr val="5ACBF0"/>
          </p15:clr>
        </p15:guide>
      </p15:sldGuideLst>
    </p:ext>
  </p:extLst>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7.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3.png"/><Relationship Id="rId2" Type="http://schemas.openxmlformats.org/officeDocument/2006/relationships/image" Target="../media/image9.PNG"/><Relationship Id="rId1" Type="http://schemas.openxmlformats.org/officeDocument/2006/relationships/slideLayout" Target="../slideLayouts/slideLayout7.xml"/><Relationship Id="rId6" Type="http://schemas.openxmlformats.org/officeDocument/2006/relationships/customXml" Target="../ink/ink1.xml"/><Relationship Id="rId5" Type="http://schemas.openxmlformats.org/officeDocument/2006/relationships/image" Target="../media/image12.pn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8.wmf"/><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19.png"/><Relationship Id="rId1" Type="http://schemas.openxmlformats.org/officeDocument/2006/relationships/slideLayout" Target="../slideLayouts/slideLayout7.xml"/><Relationship Id="rId4" Type="http://schemas.openxmlformats.org/officeDocument/2006/relationships/image" Target="../media/image20.emf"/></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3.jp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3" y="1796068"/>
            <a:ext cx="4615540" cy="400110"/>
          </a:xfrm>
        </p:spPr>
        <p:txBody>
          <a:bodyPr vert="horz" wrap="square" lIns="91440" tIns="45720" rIns="91440" bIns="45720" rtlCol="0" anchor="t">
            <a:spAutoFit/>
          </a:bodyPr>
          <a:lstStyle/>
          <a:p>
            <a:r>
              <a:rPr lang="en-US" sz="2000" dirty="0"/>
              <a:t>Water Temperature Modeling</a:t>
            </a:r>
          </a:p>
        </p:txBody>
      </p:sp>
      <p:sp>
        <p:nvSpPr>
          <p:cNvPr id="14339" name="Slide Number Placeholder 4"/>
          <p:cNvSpPr>
            <a:spLocks noGrp="1"/>
          </p:cNvSpPr>
          <p:nvPr>
            <p:ph type="sldNum" sz="quarter" idx="10"/>
          </p:nvPr>
        </p:nvSpPr>
        <p:spPr>
          <a:ln w="57150">
            <a:noFill/>
          </a:ln>
        </p:spPr>
        <p:txBody>
          <a:bodyPr/>
          <a:lstStyle/>
          <a:p>
            <a:fld id="{744B3473-5193-4AC1-9169-6977ADF2DCFC}" type="slidenum">
              <a:rPr lang="en-US"/>
              <a:pPr/>
              <a:t>1</a:t>
            </a:fld>
            <a:endParaRPr lang="en-US"/>
          </a:p>
        </p:txBody>
      </p:sp>
      <p:sp>
        <p:nvSpPr>
          <p:cNvPr id="6" name="Text Placeholder 5"/>
          <p:cNvSpPr>
            <a:spLocks noGrp="1"/>
          </p:cNvSpPr>
          <p:nvPr>
            <p:ph type="body" sz="quarter" idx="13"/>
          </p:nvPr>
        </p:nvSpPr>
        <p:spPr/>
        <p:txBody>
          <a:bodyPr/>
          <a:lstStyle/>
          <a:p>
            <a:r>
              <a:rPr lang="en-US" dirty="0">
                <a:solidFill>
                  <a:schemeClr val="tx1"/>
                </a:solidFill>
              </a:rPr>
              <a:t>UNCLASSIFIED</a:t>
            </a:r>
          </a:p>
        </p:txBody>
      </p:sp>
      <p:sp>
        <p:nvSpPr>
          <p:cNvPr id="7" name="Text Placeholder 6"/>
          <p:cNvSpPr>
            <a:spLocks noGrp="1"/>
          </p:cNvSpPr>
          <p:nvPr>
            <p:ph type="body" sz="quarter" idx="14"/>
          </p:nvPr>
        </p:nvSpPr>
        <p:spPr/>
        <p:txBody>
          <a:bodyPr/>
          <a:lstStyle/>
          <a:p>
            <a:r>
              <a:rPr lang="en-US" dirty="0">
                <a:solidFill>
                  <a:schemeClr val="tx1"/>
                </a:solidFill>
              </a:rPr>
              <a:t>UNCLASSIFIED</a:t>
            </a:r>
          </a:p>
        </p:txBody>
      </p:sp>
      <p:pic>
        <p:nvPicPr>
          <p:cNvPr id="11" name="Picture 10" descr="A close up of a sign&#10;&#10;Description automatically generated">
            <a:extLst>
              <a:ext uri="{FF2B5EF4-FFF2-40B4-BE49-F238E27FC236}">
                <a16:creationId xmlns:a16="http://schemas.microsoft.com/office/drawing/2014/main" id="{7223F22D-5DFC-42EB-8948-9B1384385F08}"/>
              </a:ext>
            </a:extLst>
          </p:cNvPr>
          <p:cNvPicPr>
            <a:picLocks noChangeAspect="1"/>
          </p:cNvPicPr>
          <p:nvPr/>
        </p:nvPicPr>
        <p:blipFill>
          <a:blip r:embed="rId2">
            <a:clrChange>
              <a:clrFrom>
                <a:srgbClr val="FFFFFF"/>
              </a:clrFrom>
              <a:clrTo>
                <a:srgbClr val="FFFFFF">
                  <a:alpha val="0"/>
                </a:srgbClr>
              </a:clrTo>
            </a:clrChange>
            <a:extLst>
              <a:ext uri="{BEBA8EAE-BF5A-486C-A8C5-ECC9F3942E4B}">
                <a14:imgProps xmlns:a14="http://schemas.microsoft.com/office/drawing/2010/main">
                  <a14:imgLayer r:embed="rId3">
                    <a14:imgEffect>
                      <a14:sharpenSoften amount="50000"/>
                    </a14:imgEffect>
                  </a14:imgLayer>
                </a14:imgProps>
              </a:ext>
            </a:extLst>
          </a:blip>
          <a:stretch>
            <a:fillRect/>
          </a:stretch>
        </p:blipFill>
        <p:spPr>
          <a:xfrm>
            <a:off x="1446600" y="5784725"/>
            <a:ext cx="977900" cy="958918"/>
          </a:xfrm>
          <a:prstGeom prst="rect">
            <a:avLst/>
          </a:prstGeom>
        </p:spPr>
      </p:pic>
      <p:pic>
        <p:nvPicPr>
          <p:cNvPr id="14" name="Picture 13">
            <a:extLst>
              <a:ext uri="{FF2B5EF4-FFF2-40B4-BE49-F238E27FC236}">
                <a16:creationId xmlns:a16="http://schemas.microsoft.com/office/drawing/2014/main" id="{517FAA9B-4EFE-46EC-9922-77579BE627FA}"/>
              </a:ext>
            </a:extLst>
          </p:cNvPr>
          <p:cNvPicPr>
            <a:picLocks noChangeAspect="1"/>
          </p:cNvPicPr>
          <p:nvPr/>
        </p:nvPicPr>
        <p:blipFill rotWithShape="1">
          <a:blip r:embed="rId4"/>
          <a:srcRect b="13809"/>
          <a:stretch/>
        </p:blipFill>
        <p:spPr>
          <a:xfrm>
            <a:off x="8261685" y="5635231"/>
            <a:ext cx="1162230" cy="1296087"/>
          </a:xfrm>
          <a:prstGeom prst="rect">
            <a:avLst/>
          </a:prstGeom>
        </p:spPr>
      </p:pic>
      <p:sp>
        <p:nvSpPr>
          <p:cNvPr id="15" name="WordArt 3" descr="Environmental Systems &#10;Modeling Team">
            <a:extLst>
              <a:ext uri="{FF2B5EF4-FFF2-40B4-BE49-F238E27FC236}">
                <a16:creationId xmlns:a16="http://schemas.microsoft.com/office/drawing/2014/main" id="{82DC1E1B-09D6-45CD-941D-66951F4189B7}"/>
              </a:ext>
            </a:extLst>
          </p:cNvPr>
          <p:cNvSpPr>
            <a:spLocks noChangeArrowheads="1" noChangeShapeType="1" noTextEdit="1"/>
          </p:cNvSpPr>
          <p:nvPr/>
        </p:nvSpPr>
        <p:spPr bwMode="auto">
          <a:xfrm>
            <a:off x="8340651" y="5794410"/>
            <a:ext cx="977900" cy="121515"/>
          </a:xfrm>
          <a:prstGeom prst="rect">
            <a:avLst/>
          </a:prstGeom>
          <a:extLst>
            <a:ext uri="{AF507438-7753-43E0-B8FC-AC1667EBCBE1}">
              <a14:hiddenEffects xmlns:a14="http://schemas.microsoft.com/office/drawing/2010/main">
                <a:effectLst/>
              </a14:hiddenEffects>
            </a:ext>
          </a:extLst>
        </p:spPr>
        <p:txBody>
          <a:bodyPr wrap="none" fromWordArt="1">
            <a:prstTxWarp prst="textArchUp">
              <a:avLst>
                <a:gd name="adj" fmla="val 11218855"/>
              </a:avLst>
            </a:prstTxWarp>
          </a:bodyPr>
          <a:lstStyle/>
          <a:p>
            <a:pPr algn="ctr" rtl="0">
              <a:buNone/>
            </a:pPr>
            <a:r>
              <a:rPr lang="en-US" sz="3600" kern="10" spc="0" dirty="0">
                <a:ln w="15875" algn="ctr">
                  <a:solidFill>
                    <a:srgbClr val="000000"/>
                  </a:solidFill>
                  <a:round/>
                  <a:headEnd/>
                  <a:tailEnd/>
                </a:ln>
                <a:solidFill>
                  <a:srgbClr val="000000"/>
                </a:solidFill>
                <a:effectLst/>
                <a:latin typeface="+mj-lt"/>
                <a:cs typeface="Times New Roman" panose="02020603050405020304" pitchFamily="18" charset="0"/>
              </a:rPr>
              <a:t>Environmental Systems</a:t>
            </a:r>
          </a:p>
          <a:p>
            <a:pPr algn="ctr" rtl="0">
              <a:buNone/>
            </a:pPr>
            <a:r>
              <a:rPr lang="en-US" sz="3600" kern="10" spc="0" dirty="0">
                <a:ln w="15875" algn="ctr">
                  <a:solidFill>
                    <a:srgbClr val="000000"/>
                  </a:solidFill>
                  <a:round/>
                  <a:headEnd/>
                  <a:tailEnd/>
                </a:ln>
                <a:solidFill>
                  <a:srgbClr val="000000"/>
                </a:solidFill>
                <a:effectLst/>
                <a:latin typeface="+mj-lt"/>
                <a:cs typeface="Times New Roman" panose="02020603050405020304" pitchFamily="18" charset="0"/>
              </a:rPr>
              <a:t>Modeling Team</a:t>
            </a:r>
          </a:p>
        </p:txBody>
      </p:sp>
      <p:sp>
        <p:nvSpPr>
          <p:cNvPr id="8" name="Text Placeholder 2">
            <a:extLst>
              <a:ext uri="{FF2B5EF4-FFF2-40B4-BE49-F238E27FC236}">
                <a16:creationId xmlns:a16="http://schemas.microsoft.com/office/drawing/2014/main" id="{B34B5734-6582-211C-F9C7-69AA41186B77}"/>
              </a:ext>
            </a:extLst>
          </p:cNvPr>
          <p:cNvSpPr>
            <a:spLocks noGrp="1"/>
          </p:cNvSpPr>
          <p:nvPr>
            <p:ph type="body" sz="quarter" idx="12"/>
          </p:nvPr>
        </p:nvSpPr>
        <p:spPr>
          <a:xfrm>
            <a:off x="609603" y="2335553"/>
            <a:ext cx="7652082" cy="2625334"/>
          </a:xfrm>
        </p:spPr>
        <p:txBody>
          <a:bodyPr vert="horz" lIns="91440" tIns="45720" rIns="91440" bIns="45720" rtlCol="0">
            <a:spAutoFit/>
          </a:bodyPr>
          <a:lstStyle/>
          <a:p>
            <a:pPr defTabSz="514350">
              <a:spcBef>
                <a:spcPts val="563"/>
              </a:spcBef>
            </a:pPr>
            <a:r>
              <a:rPr lang="en-US" sz="1800" b="0" dirty="0">
                <a:solidFill>
                  <a:schemeClr val="bg1"/>
                </a:solidFill>
              </a:rPr>
              <a:t>Todd E. Steissberg, PhD, PE</a:t>
            </a:r>
          </a:p>
          <a:p>
            <a:pPr defTabSz="514350">
              <a:spcBef>
                <a:spcPts val="563"/>
              </a:spcBef>
            </a:pPr>
            <a:r>
              <a:rPr lang="en-US" sz="1800" b="0" dirty="0">
                <a:solidFill>
                  <a:schemeClr val="bg1"/>
                </a:solidFill>
              </a:rPr>
              <a:t>Environmental Laboratory</a:t>
            </a:r>
          </a:p>
          <a:p>
            <a:pPr defTabSz="514350">
              <a:spcBef>
                <a:spcPts val="563"/>
              </a:spcBef>
            </a:pPr>
            <a:r>
              <a:rPr lang="en-US" sz="1800" b="0" dirty="0">
                <a:solidFill>
                  <a:schemeClr val="bg1"/>
                </a:solidFill>
              </a:rPr>
              <a:t>Engineer Research and Development Center (ERDC)</a:t>
            </a:r>
          </a:p>
          <a:p>
            <a:pPr defTabSz="514350">
              <a:spcBef>
                <a:spcPts val="563"/>
              </a:spcBef>
            </a:pPr>
            <a:r>
              <a:rPr lang="en-US" sz="1800" b="0" dirty="0">
                <a:solidFill>
                  <a:schemeClr val="bg1"/>
                </a:solidFill>
              </a:rPr>
              <a:t>U.S. Army Corps of Engineers</a:t>
            </a:r>
          </a:p>
          <a:p>
            <a:pPr defTabSz="514350">
              <a:spcBef>
                <a:spcPts val="563"/>
              </a:spcBef>
            </a:pPr>
            <a:endParaRPr lang="en-US" sz="1800" b="0" dirty="0">
              <a:solidFill>
                <a:schemeClr val="bg1"/>
              </a:solidFill>
            </a:endParaRPr>
          </a:p>
          <a:p>
            <a:pPr defTabSz="514350">
              <a:spcBef>
                <a:spcPts val="563"/>
              </a:spcBef>
            </a:pPr>
            <a:r>
              <a:rPr lang="en-US" sz="1800" b="0" dirty="0">
                <a:solidFill>
                  <a:schemeClr val="bg1"/>
                </a:solidFill>
              </a:rPr>
              <a:t>CE-QUAL-W2 Water Quality Modeling Workshop</a:t>
            </a:r>
          </a:p>
          <a:p>
            <a:pPr defTabSz="514350">
              <a:spcBef>
                <a:spcPts val="563"/>
              </a:spcBef>
            </a:pPr>
            <a:endParaRPr lang="en-US" sz="1800" b="0" dirty="0">
              <a:solidFill>
                <a:schemeClr val="bg1"/>
              </a:solidFill>
            </a:endParaRPr>
          </a:p>
          <a:p>
            <a:pPr defTabSz="514350">
              <a:spcBef>
                <a:spcPts val="563"/>
              </a:spcBef>
            </a:pPr>
            <a:r>
              <a:rPr lang="en-US" sz="1800" b="0" dirty="0">
                <a:solidFill>
                  <a:schemeClr val="bg1"/>
                </a:solidFill>
              </a:rPr>
              <a:t>September 17-18, 2025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1767" y="257064"/>
            <a:ext cx="11176000" cy="584775"/>
          </a:xfrm>
          <a:noFill/>
          <a:ln w="9525">
            <a:noFill/>
            <a:miter lim="800000"/>
            <a:headEnd/>
            <a:tailEnd/>
          </a:ln>
        </p:spPr>
        <p:txBody>
          <a:bodyPr vert="horz" wrap="square" lIns="91440" tIns="45720" rIns="91440" bIns="45720" numCol="1" anchor="ctr" anchorCtr="0" compatLnSpc="1">
            <a:prstTxWarp prst="textNoShape">
              <a:avLst/>
            </a:prstTxWarp>
            <a:spAutoFit/>
          </a:bodyPr>
          <a:lstStyle/>
          <a:p>
            <a:r>
              <a:rPr lang="en-US" dirty="0">
                <a:solidFill>
                  <a:schemeClr val="tx1"/>
                </a:solidFill>
                <a:latin typeface="+mj-lt"/>
                <a:cs typeface="Times New Roman" panose="02020603050405020304" pitchFamily="18" charset="0"/>
              </a:rPr>
              <a:t>Heat and Temperature</a:t>
            </a:r>
          </a:p>
        </p:txBody>
      </p:sp>
      <p:sp>
        <p:nvSpPr>
          <p:cNvPr id="5" name="Slide Number Placeholder 4"/>
          <p:cNvSpPr>
            <a:spLocks noGrp="1"/>
          </p:cNvSpPr>
          <p:nvPr>
            <p:ph type="sldNum" sz="quarter" idx="11"/>
          </p:nvPr>
        </p:nvSpPr>
        <p:spPr/>
        <p:txBody>
          <a:bodyPr/>
          <a:lstStyle/>
          <a:p>
            <a:fld id="{9A257827-C34C-4251-B995-96C9C233CCC8}" type="slidenum">
              <a:rPr lang="en-US" smtClean="0"/>
              <a:pPr/>
              <a:t>2</a:t>
            </a:fld>
            <a:endParaRPr lang="en-US"/>
          </a:p>
        </p:txBody>
      </p:sp>
      <p:graphicFrame>
        <p:nvGraphicFramePr>
          <p:cNvPr id="8" name="Table 8">
            <a:extLst>
              <a:ext uri="{FF2B5EF4-FFF2-40B4-BE49-F238E27FC236}">
                <a16:creationId xmlns:a16="http://schemas.microsoft.com/office/drawing/2014/main" id="{13FA3821-8895-F7C4-6031-7760AC97E770}"/>
              </a:ext>
            </a:extLst>
          </p:cNvPr>
          <p:cNvGraphicFramePr>
            <a:graphicFrameLocks noGrp="1"/>
          </p:cNvGraphicFramePr>
          <p:nvPr>
            <p:extLst>
              <p:ext uri="{D42A27DB-BD31-4B8C-83A1-F6EECF244321}">
                <p14:modId xmlns:p14="http://schemas.microsoft.com/office/powerpoint/2010/main" val="4288541785"/>
              </p:ext>
            </p:extLst>
          </p:nvPr>
        </p:nvGraphicFramePr>
        <p:xfrm>
          <a:off x="406399" y="1377362"/>
          <a:ext cx="11176000" cy="2946827"/>
        </p:xfrm>
        <a:graphic>
          <a:graphicData uri="http://schemas.openxmlformats.org/drawingml/2006/table">
            <a:tbl>
              <a:tblPr firstRow="1" bandRow="1">
                <a:tableStyleId>{9D7B26C5-4107-4FEC-AEDC-1716B250A1EF}</a:tableStyleId>
              </a:tblPr>
              <a:tblGrid>
                <a:gridCol w="1723852">
                  <a:extLst>
                    <a:ext uri="{9D8B030D-6E8A-4147-A177-3AD203B41FA5}">
                      <a16:colId xmlns:a16="http://schemas.microsoft.com/office/drawing/2014/main" val="60993584"/>
                    </a:ext>
                  </a:extLst>
                </a:gridCol>
                <a:gridCol w="1587639">
                  <a:extLst>
                    <a:ext uri="{9D8B030D-6E8A-4147-A177-3AD203B41FA5}">
                      <a16:colId xmlns:a16="http://schemas.microsoft.com/office/drawing/2014/main" val="201854579"/>
                    </a:ext>
                  </a:extLst>
                </a:gridCol>
                <a:gridCol w="1858945">
                  <a:extLst>
                    <a:ext uri="{9D8B030D-6E8A-4147-A177-3AD203B41FA5}">
                      <a16:colId xmlns:a16="http://schemas.microsoft.com/office/drawing/2014/main" val="3382406519"/>
                    </a:ext>
                  </a:extLst>
                </a:gridCol>
                <a:gridCol w="6005564">
                  <a:extLst>
                    <a:ext uri="{9D8B030D-6E8A-4147-A177-3AD203B41FA5}">
                      <a16:colId xmlns:a16="http://schemas.microsoft.com/office/drawing/2014/main" val="2684361577"/>
                    </a:ext>
                  </a:extLst>
                </a:gridCol>
              </a:tblGrid>
              <a:tr h="669153">
                <a:tc>
                  <a:txBody>
                    <a:bodyPr/>
                    <a:lstStyle/>
                    <a:p>
                      <a:endParaRPr lang="en-US" sz="2000" dirty="0"/>
                    </a:p>
                  </a:txBody>
                  <a:tcPr/>
                </a:tc>
                <a:tc>
                  <a:txBody>
                    <a:bodyPr/>
                    <a:lstStyle/>
                    <a:p>
                      <a:r>
                        <a:rPr lang="en-US" sz="2000" dirty="0"/>
                        <a:t>Coffee</a:t>
                      </a:r>
                    </a:p>
                  </a:txBody>
                  <a:tcPr/>
                </a:tc>
                <a:tc>
                  <a:txBody>
                    <a:bodyPr/>
                    <a:lstStyle/>
                    <a:p>
                      <a:r>
                        <a:rPr lang="en-US" sz="2000" dirty="0"/>
                        <a:t>Constituent (e.g., salinity)</a:t>
                      </a:r>
                    </a:p>
                  </a:txBody>
                  <a:tcPr/>
                </a:tc>
                <a:tc>
                  <a:txBody>
                    <a:bodyPr/>
                    <a:lstStyle/>
                    <a:p>
                      <a:r>
                        <a:rPr lang="en-US" sz="2000" dirty="0"/>
                        <a:t>Heat Balance</a:t>
                      </a:r>
                    </a:p>
                  </a:txBody>
                  <a:tcPr/>
                </a:tc>
                <a:extLst>
                  <a:ext uri="{0D108BD9-81ED-4DB2-BD59-A6C34878D82A}">
                    <a16:rowId xmlns:a16="http://schemas.microsoft.com/office/drawing/2014/main" val="2783528416"/>
                  </a:ext>
                </a:extLst>
              </a:tr>
              <a:tr h="669153">
                <a:tc>
                  <a:txBody>
                    <a:bodyPr/>
                    <a:lstStyle/>
                    <a:p>
                      <a:r>
                        <a:rPr lang="en-US" sz="2000" b="1" dirty="0"/>
                        <a:t>Extensive</a:t>
                      </a:r>
                    </a:p>
                  </a:txBody>
                  <a:tcPr/>
                </a:tc>
                <a:tc>
                  <a:txBody>
                    <a:bodyPr/>
                    <a:lstStyle/>
                    <a:p>
                      <a:r>
                        <a:rPr lang="en-US" sz="2000" dirty="0"/>
                        <a:t>sugar</a:t>
                      </a:r>
                    </a:p>
                  </a:txBody>
                  <a:tcPr/>
                </a:tc>
                <a:tc>
                  <a:txBody>
                    <a:bodyPr/>
                    <a:lstStyle/>
                    <a:p>
                      <a:r>
                        <a:rPr lang="en-US" sz="2000" dirty="0"/>
                        <a:t>mass</a:t>
                      </a:r>
                    </a:p>
                  </a:txBody>
                  <a:tcPr/>
                </a:tc>
                <a:tc>
                  <a:txBody>
                    <a:bodyPr/>
                    <a:lstStyle/>
                    <a:p>
                      <a:r>
                        <a:rPr lang="en-US" sz="2000" dirty="0"/>
                        <a:t>heat</a:t>
                      </a:r>
                    </a:p>
                  </a:txBody>
                  <a:tcPr/>
                </a:tc>
                <a:extLst>
                  <a:ext uri="{0D108BD9-81ED-4DB2-BD59-A6C34878D82A}">
                    <a16:rowId xmlns:a16="http://schemas.microsoft.com/office/drawing/2014/main" val="2990215228"/>
                  </a:ext>
                </a:extLst>
              </a:tr>
              <a:tr h="669153">
                <a:tc>
                  <a:txBody>
                    <a:bodyPr/>
                    <a:lstStyle/>
                    <a:p>
                      <a:r>
                        <a:rPr lang="en-US" sz="2000" b="1" dirty="0"/>
                        <a:t>Intensive</a:t>
                      </a:r>
                    </a:p>
                  </a:txBody>
                  <a:tcPr/>
                </a:tc>
                <a:tc>
                  <a:txBody>
                    <a:bodyPr/>
                    <a:lstStyle/>
                    <a:p>
                      <a:r>
                        <a:rPr lang="en-US" sz="2000" dirty="0"/>
                        <a:t>sweetness</a:t>
                      </a:r>
                    </a:p>
                  </a:txBody>
                  <a:tcPr/>
                </a:tc>
                <a:tc>
                  <a:txBody>
                    <a:bodyPr/>
                    <a:lstStyle/>
                    <a:p>
                      <a:r>
                        <a:rPr lang="en-US" sz="2000" dirty="0"/>
                        <a:t>concentration</a:t>
                      </a:r>
                    </a:p>
                  </a:txBody>
                  <a:tcPr/>
                </a:tc>
                <a:tc>
                  <a:txBody>
                    <a:bodyPr/>
                    <a:lstStyle/>
                    <a:p>
                      <a:r>
                        <a:rPr lang="en-US" sz="2000" dirty="0"/>
                        <a:t>temperature</a:t>
                      </a:r>
                    </a:p>
                  </a:txBody>
                  <a:tcPr/>
                </a:tc>
                <a:extLst>
                  <a:ext uri="{0D108BD9-81ED-4DB2-BD59-A6C34878D82A}">
                    <a16:rowId xmlns:a16="http://schemas.microsoft.com/office/drawing/2014/main" val="2042966495"/>
                  </a:ext>
                </a:extLst>
              </a:tr>
              <a:tr h="907481">
                <a:tc>
                  <a:txBody>
                    <a:bodyPr/>
                    <a:lstStyle/>
                    <a:p>
                      <a:r>
                        <a:rPr lang="en-US" sz="2000" b="1" dirty="0"/>
                        <a:t>Relationship</a:t>
                      </a:r>
                    </a:p>
                  </a:txBody>
                  <a:tcPr/>
                </a:tc>
                <a:tc>
                  <a:txBody>
                    <a:bodyPr/>
                    <a:lstStyle/>
                    <a:p>
                      <a:r>
                        <a:rPr lang="en-US" sz="2000" dirty="0"/>
                        <a:t>lumps/cup</a:t>
                      </a:r>
                    </a:p>
                  </a:txBody>
                  <a:tcPr/>
                </a:tc>
                <a:tc>
                  <a:txBody>
                    <a:bodyPr/>
                    <a:lstStyle/>
                    <a:p>
                      <a:r>
                        <a:rPr lang="en-US" sz="2000" dirty="0"/>
                        <a:t>mass/volume</a:t>
                      </a:r>
                    </a:p>
                  </a:txBody>
                  <a:tcPr/>
                </a:tc>
                <a:tc>
                  <a:txBody>
                    <a:bodyPr/>
                    <a:lstStyle/>
                    <a:p>
                      <a:r>
                        <a:rPr lang="en-US" sz="2000" dirty="0"/>
                        <a:t>Heat/(density x specific heat capacity x volume)</a:t>
                      </a:r>
                    </a:p>
                  </a:txBody>
                  <a:tcPr/>
                </a:tc>
                <a:extLst>
                  <a:ext uri="{0D108BD9-81ED-4DB2-BD59-A6C34878D82A}">
                    <a16:rowId xmlns:a16="http://schemas.microsoft.com/office/drawing/2014/main" val="1544414273"/>
                  </a:ext>
                </a:extLst>
              </a:tr>
            </a:tbl>
          </a:graphicData>
        </a:graphic>
      </p:graphicFrame>
    </p:spTree>
    <p:extLst>
      <p:ext uri="{BB962C8B-B14F-4D97-AF65-F5344CB8AC3E}">
        <p14:creationId xmlns:p14="http://schemas.microsoft.com/office/powerpoint/2010/main" val="2126151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1767" y="257064"/>
            <a:ext cx="11176000" cy="584775"/>
          </a:xfrm>
          <a:noFill/>
          <a:ln w="9525">
            <a:noFill/>
            <a:miter lim="800000"/>
            <a:headEnd/>
            <a:tailEnd/>
          </a:ln>
        </p:spPr>
        <p:txBody>
          <a:bodyPr vert="horz" wrap="square" lIns="91440" tIns="45720" rIns="91440" bIns="45720" numCol="1" anchor="ctr" anchorCtr="0" compatLnSpc="1">
            <a:prstTxWarp prst="textNoShape">
              <a:avLst/>
            </a:prstTxWarp>
            <a:spAutoFit/>
          </a:bodyPr>
          <a:lstStyle/>
          <a:p>
            <a:r>
              <a:rPr lang="en-US" dirty="0">
                <a:solidFill>
                  <a:schemeClr val="tx1"/>
                </a:solidFill>
                <a:latin typeface="+mj-lt"/>
                <a:cs typeface="Times New Roman" panose="02020603050405020304" pitchFamily="18" charset="0"/>
              </a:rPr>
              <a:t>Advection-Dispersion Equation Balance</a:t>
            </a:r>
          </a:p>
        </p:txBody>
      </p:sp>
      <p:sp>
        <p:nvSpPr>
          <p:cNvPr id="5" name="Slide Number Placeholder 4"/>
          <p:cNvSpPr>
            <a:spLocks noGrp="1"/>
          </p:cNvSpPr>
          <p:nvPr>
            <p:ph type="sldNum" sz="quarter" idx="11"/>
          </p:nvPr>
        </p:nvSpPr>
        <p:spPr/>
        <p:txBody>
          <a:bodyPr/>
          <a:lstStyle/>
          <a:p>
            <a:fld id="{9A257827-C34C-4251-B995-96C9C233CCC8}" type="slidenum">
              <a:rPr lang="en-US" smtClean="0"/>
              <a:pPr/>
              <a:t>3</a:t>
            </a:fld>
            <a:endParaRPr lang="en-US"/>
          </a:p>
        </p:txBody>
      </p:sp>
      <p:pic>
        <p:nvPicPr>
          <p:cNvPr id="7" name="Picture 6" descr="A picture containing screenshot&#10;&#10;Description automatically generated">
            <a:extLst>
              <a:ext uri="{FF2B5EF4-FFF2-40B4-BE49-F238E27FC236}">
                <a16:creationId xmlns:a16="http://schemas.microsoft.com/office/drawing/2014/main" id="{9F1FA42B-A669-25E1-E6D4-4CA6759914D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26072" y="903188"/>
            <a:ext cx="10857704" cy="825622"/>
          </a:xfrm>
          <a:prstGeom prst="rect">
            <a:avLst/>
          </a:prstGeom>
        </p:spPr>
      </p:pic>
      <p:pic>
        <p:nvPicPr>
          <p:cNvPr id="8" name="Picture 7" descr="A screenshot of a cell phone&#10;&#10;Description automatically generated">
            <a:extLst>
              <a:ext uri="{FF2B5EF4-FFF2-40B4-BE49-F238E27FC236}">
                <a16:creationId xmlns:a16="http://schemas.microsoft.com/office/drawing/2014/main" id="{FBBF3D67-A120-7C23-1885-33CC242854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6072" y="1861400"/>
            <a:ext cx="10147091" cy="1976095"/>
          </a:xfrm>
          <a:prstGeom prst="rect">
            <a:avLst/>
          </a:prstGeom>
        </p:spPr>
      </p:pic>
      <p:pic>
        <p:nvPicPr>
          <p:cNvPr id="9" name="Picture 8">
            <a:extLst>
              <a:ext uri="{FF2B5EF4-FFF2-40B4-BE49-F238E27FC236}">
                <a16:creationId xmlns:a16="http://schemas.microsoft.com/office/drawing/2014/main" id="{8E8D0A33-88AB-F383-DB67-9F4CF491A131}"/>
              </a:ext>
            </a:extLst>
          </p:cNvPr>
          <p:cNvPicPr>
            <a:picLocks noChangeAspect="1"/>
          </p:cNvPicPr>
          <p:nvPr/>
        </p:nvPicPr>
        <p:blipFill>
          <a:blip r:embed="rId4"/>
          <a:stretch>
            <a:fillRect/>
          </a:stretch>
        </p:blipFill>
        <p:spPr>
          <a:xfrm>
            <a:off x="3406009" y="4028722"/>
            <a:ext cx="2838450" cy="2028825"/>
          </a:xfrm>
          <a:prstGeom prst="rect">
            <a:avLst/>
          </a:prstGeom>
        </p:spPr>
      </p:pic>
      <p:sp>
        <p:nvSpPr>
          <p:cNvPr id="10" name="TextBox 9">
            <a:extLst>
              <a:ext uri="{FF2B5EF4-FFF2-40B4-BE49-F238E27FC236}">
                <a16:creationId xmlns:a16="http://schemas.microsoft.com/office/drawing/2014/main" id="{737260C4-04C1-CF69-F479-5D7E742B4250}"/>
              </a:ext>
            </a:extLst>
          </p:cNvPr>
          <p:cNvSpPr txBox="1"/>
          <p:nvPr/>
        </p:nvSpPr>
        <p:spPr>
          <a:xfrm>
            <a:off x="426072" y="4383925"/>
            <a:ext cx="2838450" cy="1323439"/>
          </a:xfrm>
          <a:prstGeom prst="rect">
            <a:avLst/>
          </a:prstGeom>
          <a:noFill/>
        </p:spPr>
        <p:txBody>
          <a:bodyPr wrap="square" rtlCol="0">
            <a:spAutoFit/>
          </a:bodyPr>
          <a:lstStyle/>
          <a:p>
            <a:r>
              <a:rPr lang="en-US" sz="2000" dirty="0"/>
              <a:t>Substitute H into the equation for </a:t>
            </a:r>
            <a:r>
              <a:rPr lang="az-Cyrl-AZ" sz="2000" dirty="0"/>
              <a:t>Ф</a:t>
            </a:r>
            <a:r>
              <a:rPr lang="en-US" sz="2000" dirty="0"/>
              <a:t>, which relates to temperature as: </a:t>
            </a:r>
          </a:p>
        </p:txBody>
      </p:sp>
      <p:pic>
        <p:nvPicPr>
          <p:cNvPr id="11" name="Picture 10">
            <a:extLst>
              <a:ext uri="{FF2B5EF4-FFF2-40B4-BE49-F238E27FC236}">
                <a16:creationId xmlns:a16="http://schemas.microsoft.com/office/drawing/2014/main" id="{6A5A3D81-7304-6540-42A3-C5573CFC921D}"/>
              </a:ext>
            </a:extLst>
          </p:cNvPr>
          <p:cNvPicPr>
            <a:picLocks noChangeAspect="1"/>
          </p:cNvPicPr>
          <p:nvPr/>
        </p:nvPicPr>
        <p:blipFill rotWithShape="1">
          <a:blip r:embed="rId5"/>
          <a:srcRect t="5511" b="1"/>
          <a:stretch/>
        </p:blipFill>
        <p:spPr>
          <a:xfrm>
            <a:off x="7380305" y="3909270"/>
            <a:ext cx="4567189" cy="2148277"/>
          </a:xfrm>
          <a:prstGeom prst="rect">
            <a:avLst/>
          </a:prstGeom>
        </p:spPr>
      </p:pic>
      <p:sp>
        <p:nvSpPr>
          <p:cNvPr id="12" name="TextBox 11">
            <a:extLst>
              <a:ext uri="{FF2B5EF4-FFF2-40B4-BE49-F238E27FC236}">
                <a16:creationId xmlns:a16="http://schemas.microsoft.com/office/drawing/2014/main" id="{B131588D-E8A5-B5D4-20A9-DD64E70BCEEF}"/>
              </a:ext>
            </a:extLst>
          </p:cNvPr>
          <p:cNvSpPr txBox="1"/>
          <p:nvPr/>
        </p:nvSpPr>
        <p:spPr>
          <a:xfrm>
            <a:off x="6385946" y="4801760"/>
            <a:ext cx="1008688" cy="400110"/>
          </a:xfrm>
          <a:prstGeom prst="rect">
            <a:avLst/>
          </a:prstGeom>
          <a:noFill/>
        </p:spPr>
        <p:txBody>
          <a:bodyPr wrap="square" rtlCol="0">
            <a:spAutoFit/>
          </a:bodyPr>
          <a:lstStyle/>
          <a:p>
            <a:r>
              <a:rPr lang="en-US" sz="2000" dirty="0"/>
              <a:t>Units:</a:t>
            </a:r>
          </a:p>
        </p:txBody>
      </p:sp>
      <mc:AlternateContent xmlns:mc="http://schemas.openxmlformats.org/markup-compatibility/2006" xmlns:p14="http://schemas.microsoft.com/office/powerpoint/2010/main">
        <mc:Choice Requires="p14">
          <p:contentPart p14:bwMode="auto" r:id="rId6">
            <p14:nvContentPartPr>
              <p14:cNvPr id="3" name="Ink 2">
                <a:extLst>
                  <a:ext uri="{FF2B5EF4-FFF2-40B4-BE49-F238E27FC236}">
                    <a16:creationId xmlns:a16="http://schemas.microsoft.com/office/drawing/2014/main" id="{2061F055-A367-03C8-65D1-0FC37AB0674E}"/>
                  </a:ext>
                </a:extLst>
              </p14:cNvPr>
              <p14:cNvContentPartPr/>
              <p14:nvPr/>
            </p14:nvContentPartPr>
            <p14:xfrm>
              <a:off x="10183825" y="3976114"/>
              <a:ext cx="6840" cy="360"/>
            </p14:xfrm>
          </p:contentPart>
        </mc:Choice>
        <mc:Fallback xmlns="">
          <p:pic>
            <p:nvPicPr>
              <p:cNvPr id="3" name="Ink 2">
                <a:extLst>
                  <a:ext uri="{FF2B5EF4-FFF2-40B4-BE49-F238E27FC236}">
                    <a16:creationId xmlns:a16="http://schemas.microsoft.com/office/drawing/2014/main" id="{2061F055-A367-03C8-65D1-0FC37AB0674E}"/>
                  </a:ext>
                </a:extLst>
              </p:cNvPr>
              <p:cNvPicPr/>
              <p:nvPr/>
            </p:nvPicPr>
            <p:blipFill>
              <a:blip r:embed="rId7"/>
              <a:stretch>
                <a:fillRect/>
              </a:stretch>
            </p:blipFill>
            <p:spPr>
              <a:xfrm>
                <a:off x="10175185" y="3967474"/>
                <a:ext cx="24480" cy="18000"/>
              </a:xfrm>
              <a:prstGeom prst="rect">
                <a:avLst/>
              </a:prstGeom>
            </p:spPr>
          </p:pic>
        </mc:Fallback>
      </mc:AlternateContent>
    </p:spTree>
    <p:extLst>
      <p:ext uri="{BB962C8B-B14F-4D97-AF65-F5344CB8AC3E}">
        <p14:creationId xmlns:p14="http://schemas.microsoft.com/office/powerpoint/2010/main" val="27801443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1767" y="257064"/>
            <a:ext cx="11176000" cy="584775"/>
          </a:xfrm>
          <a:noFill/>
          <a:ln w="9525">
            <a:noFill/>
            <a:miter lim="800000"/>
            <a:headEnd/>
            <a:tailEnd/>
          </a:ln>
        </p:spPr>
        <p:txBody>
          <a:bodyPr vert="horz" wrap="square" lIns="91440" tIns="45720" rIns="91440" bIns="45720" numCol="1" anchor="ctr" anchorCtr="0" compatLnSpc="1">
            <a:prstTxWarp prst="textNoShape">
              <a:avLst/>
            </a:prstTxWarp>
            <a:spAutoFit/>
          </a:bodyPr>
          <a:lstStyle/>
          <a:p>
            <a:r>
              <a:rPr lang="en-US" dirty="0">
                <a:solidFill>
                  <a:schemeClr val="tx1"/>
                </a:solidFill>
                <a:latin typeface="+mj-lt"/>
                <a:cs typeface="Times New Roman" panose="02020603050405020304" pitchFamily="18" charset="0"/>
              </a:rPr>
              <a:t>Rates</a:t>
            </a:r>
          </a:p>
        </p:txBody>
      </p:sp>
      <p:sp>
        <p:nvSpPr>
          <p:cNvPr id="5" name="Slide Number Placeholder 4"/>
          <p:cNvSpPr>
            <a:spLocks noGrp="1"/>
          </p:cNvSpPr>
          <p:nvPr>
            <p:ph type="sldNum" sz="quarter" idx="11"/>
          </p:nvPr>
        </p:nvSpPr>
        <p:spPr/>
        <p:txBody>
          <a:bodyPr/>
          <a:lstStyle/>
          <a:p>
            <a:fld id="{9A257827-C34C-4251-B995-96C9C233CCC8}" type="slidenum">
              <a:rPr lang="en-US" smtClean="0"/>
              <a:pPr/>
              <a:t>4</a:t>
            </a:fld>
            <a:endParaRPr lang="en-US"/>
          </a:p>
        </p:txBody>
      </p:sp>
      <p:pic>
        <p:nvPicPr>
          <p:cNvPr id="7" name="Picture 6">
            <a:extLst>
              <a:ext uri="{FF2B5EF4-FFF2-40B4-BE49-F238E27FC236}">
                <a16:creationId xmlns:a16="http://schemas.microsoft.com/office/drawing/2014/main" id="{B263F387-9C6D-F4C9-84BD-8BE086FF8242}"/>
              </a:ext>
            </a:extLst>
          </p:cNvPr>
          <p:cNvPicPr>
            <a:picLocks noChangeAspect="1"/>
          </p:cNvPicPr>
          <p:nvPr/>
        </p:nvPicPr>
        <p:blipFill rotWithShape="1">
          <a:blip r:embed="rId2"/>
          <a:srcRect b="872"/>
          <a:stretch/>
        </p:blipFill>
        <p:spPr>
          <a:xfrm>
            <a:off x="406400" y="1005685"/>
            <a:ext cx="6844406" cy="5118278"/>
          </a:xfrm>
          <a:prstGeom prst="rect">
            <a:avLst/>
          </a:prstGeom>
        </p:spPr>
      </p:pic>
      <p:sp>
        <p:nvSpPr>
          <p:cNvPr id="8" name="TextBox 7">
            <a:extLst>
              <a:ext uri="{FF2B5EF4-FFF2-40B4-BE49-F238E27FC236}">
                <a16:creationId xmlns:a16="http://schemas.microsoft.com/office/drawing/2014/main" id="{0DC677B9-D7DC-5C5A-242C-F50DC96BFE8E}"/>
              </a:ext>
            </a:extLst>
          </p:cNvPr>
          <p:cNvSpPr txBox="1"/>
          <p:nvPr/>
        </p:nvSpPr>
        <p:spPr>
          <a:xfrm>
            <a:off x="7714445" y="1005685"/>
            <a:ext cx="3867955" cy="1569660"/>
          </a:xfrm>
          <a:prstGeom prst="rect">
            <a:avLst/>
          </a:prstGeom>
          <a:noFill/>
        </p:spPr>
        <p:txBody>
          <a:bodyPr wrap="square" rtlCol="0">
            <a:spAutoFit/>
          </a:bodyPr>
          <a:lstStyle/>
          <a:p>
            <a:r>
              <a:rPr lang="en-US" dirty="0"/>
              <a:t>Blue slide images from Heat, Temperature, and Stratification lecture, Steve Chapra (2019)</a:t>
            </a:r>
          </a:p>
        </p:txBody>
      </p:sp>
    </p:spTree>
    <p:extLst>
      <p:ext uri="{BB962C8B-B14F-4D97-AF65-F5344CB8AC3E}">
        <p14:creationId xmlns:p14="http://schemas.microsoft.com/office/powerpoint/2010/main" val="33934860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1767" y="252987"/>
            <a:ext cx="11176000" cy="584775"/>
          </a:xfrm>
          <a:noFill/>
          <a:ln w="9525">
            <a:noFill/>
            <a:miter lim="800000"/>
            <a:headEnd/>
            <a:tailEnd/>
          </a:ln>
        </p:spPr>
        <p:txBody>
          <a:bodyPr vert="horz" wrap="square" lIns="91440" tIns="45720" rIns="91440" bIns="45720" numCol="1" anchor="ctr" anchorCtr="0" compatLnSpc="1">
            <a:prstTxWarp prst="textNoShape">
              <a:avLst/>
            </a:prstTxWarp>
            <a:spAutoFit/>
          </a:bodyPr>
          <a:lstStyle/>
          <a:p>
            <a:r>
              <a:rPr lang="en-US" dirty="0">
                <a:solidFill>
                  <a:schemeClr val="tx1"/>
                </a:solidFill>
                <a:latin typeface="+mj-lt"/>
                <a:cs typeface="Times New Roman" panose="02020603050405020304" pitchFamily="18" charset="0"/>
              </a:rPr>
              <a:t>Energy Balance</a:t>
            </a:r>
          </a:p>
        </p:txBody>
      </p:sp>
      <p:sp>
        <p:nvSpPr>
          <p:cNvPr id="5" name="Slide Number Placeholder 4"/>
          <p:cNvSpPr>
            <a:spLocks noGrp="1"/>
          </p:cNvSpPr>
          <p:nvPr>
            <p:ph type="sldNum" sz="quarter" idx="11"/>
          </p:nvPr>
        </p:nvSpPr>
        <p:spPr/>
        <p:txBody>
          <a:bodyPr/>
          <a:lstStyle/>
          <a:p>
            <a:fld id="{9A257827-C34C-4251-B995-96C9C233CCC8}" type="slidenum">
              <a:rPr lang="en-US" smtClean="0"/>
              <a:pPr/>
              <a:t>5</a:t>
            </a:fld>
            <a:endParaRPr lang="en-US"/>
          </a:p>
        </p:txBody>
      </p:sp>
      <p:pic>
        <p:nvPicPr>
          <p:cNvPr id="8" name="Content Placeholder 4">
            <a:extLst>
              <a:ext uri="{FF2B5EF4-FFF2-40B4-BE49-F238E27FC236}">
                <a16:creationId xmlns:a16="http://schemas.microsoft.com/office/drawing/2014/main" id="{1AB917D0-983A-FE44-4C7D-E67A47CBCA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bwMode="auto">
          <a:xfrm>
            <a:off x="2103752" y="908901"/>
            <a:ext cx="7984496" cy="3413142"/>
          </a:xfrm>
          <a:prstGeom prst="rect">
            <a:avLst/>
          </a:prstGeom>
          <a:noFill/>
          <a:ln w="9525">
            <a:noFill/>
            <a:miter lim="800000"/>
            <a:headEnd/>
            <a:tailEnd/>
          </a:ln>
        </p:spPr>
      </p:pic>
      <p:sp>
        <p:nvSpPr>
          <p:cNvPr id="9" name="TextBox 8">
            <a:extLst>
              <a:ext uri="{FF2B5EF4-FFF2-40B4-BE49-F238E27FC236}">
                <a16:creationId xmlns:a16="http://schemas.microsoft.com/office/drawing/2014/main" id="{2E207759-A176-60AD-6F0D-DE8B1BCC49B7}"/>
              </a:ext>
            </a:extLst>
          </p:cNvPr>
          <p:cNvSpPr txBox="1"/>
          <p:nvPr/>
        </p:nvSpPr>
        <p:spPr>
          <a:xfrm>
            <a:off x="2103752" y="4401869"/>
            <a:ext cx="7984496" cy="1754326"/>
          </a:xfrm>
          <a:prstGeom prst="rect">
            <a:avLst/>
          </a:prstGeom>
          <a:noFill/>
        </p:spPr>
        <p:txBody>
          <a:bodyPr wrap="square" rtlCol="0">
            <a:spAutoFit/>
          </a:bodyPr>
          <a:lstStyle/>
          <a:p>
            <a:pPr algn="ctr"/>
            <a:r>
              <a:rPr lang="en-US" sz="1800" dirty="0"/>
              <a:t>From ERDC-EL TR-16-1</a:t>
            </a:r>
          </a:p>
          <a:p>
            <a:pPr algn="ctr"/>
            <a:endParaRPr lang="en-US" sz="1800" dirty="0"/>
          </a:p>
          <a:p>
            <a:pPr algn="ctr"/>
            <a:r>
              <a:rPr lang="en-US" sz="1800" dirty="0"/>
              <a:t>See also:</a:t>
            </a:r>
          </a:p>
          <a:p>
            <a:pPr algn="ctr"/>
            <a:r>
              <a:rPr lang="en-US" sz="1800" dirty="0"/>
              <a:t>Tennessee Valley Authority. (1972). Heat and Mass Transfer between a Water Surface and the Atmosphere. Water Resources Research Laboratory Report 14, Report No. 0-6803.</a:t>
            </a:r>
          </a:p>
        </p:txBody>
      </p:sp>
    </p:spTree>
    <p:extLst>
      <p:ext uri="{BB962C8B-B14F-4D97-AF65-F5344CB8AC3E}">
        <p14:creationId xmlns:p14="http://schemas.microsoft.com/office/powerpoint/2010/main" val="5093997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1767" y="257064"/>
            <a:ext cx="11176000" cy="584775"/>
          </a:xfrm>
          <a:noFill/>
          <a:ln w="9525">
            <a:noFill/>
            <a:miter lim="800000"/>
            <a:headEnd/>
            <a:tailEnd/>
          </a:ln>
        </p:spPr>
        <p:txBody>
          <a:bodyPr vert="horz" wrap="square" lIns="91440" tIns="45720" rIns="91440" bIns="45720" numCol="1" anchor="ctr" anchorCtr="0" compatLnSpc="1">
            <a:prstTxWarp prst="textNoShape">
              <a:avLst/>
            </a:prstTxWarp>
            <a:spAutoFit/>
          </a:bodyPr>
          <a:lstStyle/>
          <a:p>
            <a:r>
              <a:rPr lang="en-US" dirty="0">
                <a:solidFill>
                  <a:schemeClr val="tx1"/>
                </a:solidFill>
                <a:latin typeface="+mj-lt"/>
                <a:cs typeface="Times New Roman" panose="02020603050405020304" pitchFamily="18" charset="0"/>
              </a:rPr>
              <a:t>Sources and Sinks</a:t>
            </a:r>
          </a:p>
        </p:txBody>
      </p:sp>
      <p:sp>
        <p:nvSpPr>
          <p:cNvPr id="5" name="Slide Number Placeholder 4"/>
          <p:cNvSpPr>
            <a:spLocks noGrp="1"/>
          </p:cNvSpPr>
          <p:nvPr>
            <p:ph type="sldNum" sz="quarter" idx="11"/>
          </p:nvPr>
        </p:nvSpPr>
        <p:spPr/>
        <p:txBody>
          <a:bodyPr/>
          <a:lstStyle/>
          <a:p>
            <a:fld id="{9A257827-C34C-4251-B995-96C9C233CCC8}" type="slidenum">
              <a:rPr lang="en-US" smtClean="0"/>
              <a:pPr/>
              <a:t>6</a:t>
            </a:fld>
            <a:endParaRPr lang="en-US"/>
          </a:p>
        </p:txBody>
      </p:sp>
      <p:pic>
        <p:nvPicPr>
          <p:cNvPr id="8" name="Picture 7">
            <a:extLst>
              <a:ext uri="{FF2B5EF4-FFF2-40B4-BE49-F238E27FC236}">
                <a16:creationId xmlns:a16="http://schemas.microsoft.com/office/drawing/2014/main" id="{8A506082-EFC7-3702-6000-8A01B1AEB59B}"/>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272472" y="1072409"/>
            <a:ext cx="6462080" cy="4050766"/>
          </a:xfrm>
          <a:prstGeom prst="rect">
            <a:avLst/>
          </a:prstGeom>
          <a:solidFill>
            <a:schemeClr val="bg1"/>
          </a:solidFill>
          <a:ln w="3175">
            <a:solidFill>
              <a:schemeClr val="tx1"/>
            </a:solidFill>
          </a:ln>
        </p:spPr>
      </p:pic>
      <p:sp>
        <p:nvSpPr>
          <p:cNvPr id="9" name="TextBox 8">
            <a:extLst>
              <a:ext uri="{FF2B5EF4-FFF2-40B4-BE49-F238E27FC236}">
                <a16:creationId xmlns:a16="http://schemas.microsoft.com/office/drawing/2014/main" id="{627B2ABF-EA40-0ABC-9F30-26758F5E2E65}"/>
              </a:ext>
            </a:extLst>
          </p:cNvPr>
          <p:cNvSpPr txBox="1"/>
          <p:nvPr/>
        </p:nvSpPr>
        <p:spPr>
          <a:xfrm>
            <a:off x="5272472" y="5181784"/>
            <a:ext cx="6462080" cy="349439"/>
          </a:xfrm>
          <a:prstGeom prst="rect">
            <a:avLst/>
          </a:prstGeom>
          <a:noFill/>
        </p:spPr>
        <p:txBody>
          <a:bodyPr wrap="square" rtlCol="0">
            <a:spAutoFit/>
          </a:bodyPr>
          <a:lstStyle/>
          <a:p>
            <a:pPr algn="ctr"/>
            <a:r>
              <a:rPr lang="en-US" sz="1600" dirty="0"/>
              <a:t>Source: CE-QUAL-W2 User’s Manual</a:t>
            </a:r>
          </a:p>
        </p:txBody>
      </p:sp>
      <p:sp>
        <p:nvSpPr>
          <p:cNvPr id="3" name="Content Placeholder 2">
            <a:extLst>
              <a:ext uri="{FF2B5EF4-FFF2-40B4-BE49-F238E27FC236}">
                <a16:creationId xmlns:a16="http://schemas.microsoft.com/office/drawing/2014/main" id="{71908328-6CFB-762E-1EA2-F7C96B102D90}"/>
              </a:ext>
            </a:extLst>
          </p:cNvPr>
          <p:cNvSpPr>
            <a:spLocks noGrp="1"/>
          </p:cNvSpPr>
          <p:nvPr/>
        </p:nvSpPr>
        <p:spPr bwMode="auto">
          <a:xfrm>
            <a:off x="406401" y="1072409"/>
            <a:ext cx="4828208" cy="422080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0" indent="0" algn="l" rtl="0" eaLnBrk="1" fontAlgn="base" hangingPunct="1">
              <a:spcBef>
                <a:spcPts val="225"/>
              </a:spcBef>
              <a:spcAft>
                <a:spcPct val="0"/>
              </a:spcAft>
              <a:buClr>
                <a:srgbClr val="FF0000"/>
              </a:buClr>
              <a:buFont typeface="Wingdings" panose="05000000000000000000" pitchFamily="2" charset="2"/>
              <a:buNone/>
              <a:defRPr sz="1800" b="1" kern="1200">
                <a:solidFill>
                  <a:schemeClr val="tx1">
                    <a:lumMod val="75000"/>
                    <a:lumOff val="25000"/>
                  </a:schemeClr>
                </a:solidFill>
                <a:latin typeface="Arial" pitchFamily="34" charset="0"/>
                <a:ea typeface="ＭＳ Ｐゴシック" charset="0"/>
                <a:cs typeface="Arial" pitchFamily="34" charset="0"/>
              </a:defRPr>
            </a:lvl1pPr>
            <a:lvl2pPr marL="571500" indent="-214313" algn="l" rtl="0" eaLnBrk="1" fontAlgn="base" hangingPunct="1">
              <a:spcBef>
                <a:spcPts val="225"/>
              </a:spcBef>
              <a:spcAft>
                <a:spcPct val="0"/>
              </a:spcAft>
              <a:buClr>
                <a:srgbClr val="FF0000"/>
              </a:buClr>
              <a:buFont typeface="Arial" pitchFamily="34" charset="0"/>
              <a:buChar char="•"/>
              <a:defRPr sz="1800" b="1" kern="1200">
                <a:solidFill>
                  <a:schemeClr val="tx1">
                    <a:lumMod val="75000"/>
                    <a:lumOff val="25000"/>
                  </a:schemeClr>
                </a:solidFill>
                <a:latin typeface="Arial" pitchFamily="34" charset="0"/>
                <a:ea typeface="Arial" charset="0"/>
                <a:cs typeface="Arial" pitchFamily="34" charset="0"/>
              </a:defRPr>
            </a:lvl2pPr>
            <a:lvl3pPr marL="860425" indent="-171450" algn="l" rtl="0" eaLnBrk="1" fontAlgn="base" hangingPunct="1">
              <a:spcBef>
                <a:spcPts val="225"/>
              </a:spcBef>
              <a:spcAft>
                <a:spcPct val="0"/>
              </a:spcAft>
              <a:buClr>
                <a:srgbClr val="FF0000"/>
              </a:buClr>
              <a:buSzPct val="70000"/>
              <a:buFont typeface="Arial" panose="020B0604020202020204" pitchFamily="34" charset="0"/>
              <a:buChar char="►"/>
              <a:defRPr sz="1500" b="1" kern="1200">
                <a:solidFill>
                  <a:schemeClr val="tx1">
                    <a:lumMod val="75000"/>
                    <a:lumOff val="25000"/>
                  </a:schemeClr>
                </a:solidFill>
                <a:latin typeface="Arial" pitchFamily="34" charset="0"/>
                <a:ea typeface="Arial" charset="0"/>
                <a:cs typeface="Arial" pitchFamily="34" charset="0"/>
              </a:defRPr>
            </a:lvl3pPr>
            <a:lvl4pPr marL="1143000" indent="-171450" algn="l" rtl="0" eaLnBrk="1" fontAlgn="base" hangingPunct="1">
              <a:spcBef>
                <a:spcPts val="225"/>
              </a:spcBef>
              <a:spcAft>
                <a:spcPct val="0"/>
              </a:spcAft>
              <a:buFont typeface="Arial" pitchFamily="34" charset="0"/>
              <a:buChar char="–"/>
              <a:defRPr sz="1500" b="1" kern="1200">
                <a:solidFill>
                  <a:schemeClr val="tx1">
                    <a:lumMod val="75000"/>
                    <a:lumOff val="25000"/>
                  </a:schemeClr>
                </a:solidFill>
                <a:latin typeface="Arial" pitchFamily="34" charset="0"/>
                <a:ea typeface="Arial" charset="0"/>
                <a:cs typeface="Arial" pitchFamily="34" charset="0"/>
              </a:defRPr>
            </a:lvl4pPr>
            <a:lvl5pPr marL="1371600" indent="-171450" algn="l" rtl="0" eaLnBrk="1" fontAlgn="base" hangingPunct="1">
              <a:spcBef>
                <a:spcPts val="225"/>
              </a:spcBef>
              <a:spcAft>
                <a:spcPct val="0"/>
              </a:spcAft>
              <a:buFont typeface="Arial" pitchFamily="34" charset="0"/>
              <a:buChar char="»"/>
              <a:defRPr sz="1500" b="1" kern="1200">
                <a:solidFill>
                  <a:schemeClr val="tx1">
                    <a:lumMod val="75000"/>
                    <a:lumOff val="25000"/>
                  </a:schemeClr>
                </a:solidFill>
                <a:latin typeface="Arial" pitchFamily="34" charset="0"/>
                <a:ea typeface="Arial" charset="0"/>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US" b="0" dirty="0">
                <a:solidFill>
                  <a:schemeClr val="tx1"/>
                </a:solidFill>
                <a:latin typeface="+mn-lt"/>
              </a:rPr>
              <a:t>Sources:</a:t>
            </a:r>
          </a:p>
          <a:p>
            <a:pPr marL="285750" indent="-285750">
              <a:buClr>
                <a:schemeClr val="tx1"/>
              </a:buClr>
              <a:buFont typeface="Arial" panose="020B0604020202020204" pitchFamily="34" charset="0"/>
              <a:buChar char="•"/>
            </a:pPr>
            <a:r>
              <a:rPr lang="en-US" b="0" dirty="0">
                <a:solidFill>
                  <a:schemeClr val="tx1"/>
                </a:solidFill>
                <a:latin typeface="+mn-lt"/>
              </a:rPr>
              <a:t>Short-wave solar radiation</a:t>
            </a:r>
          </a:p>
          <a:p>
            <a:pPr marL="285750" indent="-285750">
              <a:buClr>
                <a:schemeClr val="tx1"/>
              </a:buClr>
              <a:buFont typeface="Arial" panose="020B0604020202020204" pitchFamily="34" charset="0"/>
              <a:buChar char="•"/>
            </a:pPr>
            <a:r>
              <a:rPr lang="en-US" b="0" dirty="0">
                <a:solidFill>
                  <a:schemeClr val="tx1"/>
                </a:solidFill>
                <a:latin typeface="+mn-lt"/>
              </a:rPr>
              <a:t>Long-wave atmospheric radiation</a:t>
            </a:r>
          </a:p>
          <a:p>
            <a:pPr marL="285750" indent="-285750">
              <a:buClr>
                <a:schemeClr val="tx1"/>
              </a:buClr>
              <a:buFont typeface="Arial" panose="020B0604020202020204" pitchFamily="34" charset="0"/>
              <a:buChar char="•"/>
            </a:pPr>
            <a:r>
              <a:rPr lang="en-US" b="0" dirty="0">
                <a:solidFill>
                  <a:schemeClr val="tx1"/>
                </a:solidFill>
                <a:latin typeface="+mn-lt"/>
              </a:rPr>
              <a:t>Conduction of heat from the atmosphere to the water</a:t>
            </a:r>
          </a:p>
          <a:p>
            <a:pPr marL="285750" indent="-285750">
              <a:buClr>
                <a:schemeClr val="tx1"/>
              </a:buClr>
              <a:buFont typeface="Arial" panose="020B0604020202020204" pitchFamily="34" charset="0"/>
              <a:buChar char="•"/>
            </a:pPr>
            <a:r>
              <a:rPr lang="en-US" b="0" dirty="0">
                <a:solidFill>
                  <a:schemeClr val="tx1"/>
                </a:solidFill>
                <a:latin typeface="+mn-lt"/>
              </a:rPr>
              <a:t>Direct heat inputs</a:t>
            </a:r>
          </a:p>
          <a:p>
            <a:pPr marL="285750" indent="-285750">
              <a:buClr>
                <a:schemeClr val="tx1"/>
              </a:buClr>
              <a:buFont typeface="Arial" panose="020B0604020202020204" pitchFamily="34" charset="0"/>
              <a:buChar char="•"/>
            </a:pPr>
            <a:endParaRPr lang="en-US" b="0" dirty="0">
              <a:solidFill>
                <a:schemeClr val="tx1"/>
              </a:solidFill>
              <a:latin typeface="+mn-lt"/>
            </a:endParaRPr>
          </a:p>
          <a:p>
            <a:pPr>
              <a:buClr>
                <a:schemeClr val="tx1"/>
              </a:buClr>
            </a:pPr>
            <a:r>
              <a:rPr lang="en-US" b="0" dirty="0">
                <a:solidFill>
                  <a:schemeClr val="tx1"/>
                </a:solidFill>
                <a:latin typeface="+mn-lt"/>
              </a:rPr>
              <a:t>Sinks:</a:t>
            </a:r>
          </a:p>
          <a:p>
            <a:pPr marL="285750" indent="-285750">
              <a:buClr>
                <a:schemeClr val="tx1"/>
              </a:buClr>
              <a:buFont typeface="Arial" panose="020B0604020202020204" pitchFamily="34" charset="0"/>
              <a:buChar char="•"/>
            </a:pPr>
            <a:r>
              <a:rPr lang="en-US" b="0" dirty="0">
                <a:solidFill>
                  <a:schemeClr val="tx1"/>
                </a:solidFill>
                <a:latin typeface="+mn-lt"/>
              </a:rPr>
              <a:t>Long-wave radiation emitted by the water</a:t>
            </a:r>
          </a:p>
          <a:p>
            <a:pPr marL="285750" indent="-285750">
              <a:buClr>
                <a:schemeClr val="tx1"/>
              </a:buClr>
              <a:buFont typeface="Arial" panose="020B0604020202020204" pitchFamily="34" charset="0"/>
              <a:buChar char="•"/>
            </a:pPr>
            <a:r>
              <a:rPr lang="en-US" b="0" dirty="0">
                <a:solidFill>
                  <a:schemeClr val="tx1"/>
                </a:solidFill>
                <a:latin typeface="+mn-lt"/>
              </a:rPr>
              <a:t>Evaporation</a:t>
            </a:r>
          </a:p>
          <a:p>
            <a:pPr marL="285750" indent="-285750">
              <a:buClr>
                <a:schemeClr val="tx1"/>
              </a:buClr>
              <a:buFont typeface="Arial" panose="020B0604020202020204" pitchFamily="34" charset="0"/>
              <a:buChar char="•"/>
            </a:pPr>
            <a:r>
              <a:rPr lang="en-US" b="0" dirty="0">
                <a:solidFill>
                  <a:schemeClr val="tx1"/>
                </a:solidFill>
                <a:latin typeface="+mn-lt"/>
              </a:rPr>
              <a:t>Conduction of heat from the water to the atmosphere</a:t>
            </a:r>
          </a:p>
          <a:p>
            <a:pPr marL="285750" indent="-285750">
              <a:buClr>
                <a:schemeClr val="tx1"/>
              </a:buClr>
              <a:buFont typeface="Arial" panose="020B0604020202020204" pitchFamily="34" charset="0"/>
              <a:buChar char="•"/>
            </a:pPr>
            <a:endParaRPr lang="en-US" b="0" dirty="0">
              <a:solidFill>
                <a:schemeClr val="tx1"/>
              </a:solidFill>
              <a:latin typeface="+mn-lt"/>
            </a:endParaRPr>
          </a:p>
          <a:p>
            <a:pPr marL="285750" indent="-285750">
              <a:buClr>
                <a:schemeClr val="tx1"/>
              </a:buClr>
              <a:buFont typeface="Arial" panose="020B0604020202020204" pitchFamily="34" charset="0"/>
              <a:buChar char="•"/>
            </a:pPr>
            <a:endParaRPr lang="en-US" b="0" dirty="0">
              <a:solidFill>
                <a:schemeClr val="tx1"/>
              </a:solidFill>
              <a:latin typeface="+mn-lt"/>
            </a:endParaRPr>
          </a:p>
          <a:p>
            <a:pPr marL="285750" indent="-285750">
              <a:buClr>
                <a:schemeClr val="tx1"/>
              </a:buClr>
              <a:buFont typeface="Arial" panose="020B0604020202020204" pitchFamily="34" charset="0"/>
              <a:buChar char="•"/>
            </a:pPr>
            <a:endParaRPr lang="en-US" b="0" dirty="0">
              <a:solidFill>
                <a:schemeClr val="tx1"/>
              </a:solidFill>
              <a:latin typeface="+mn-lt"/>
            </a:endParaRPr>
          </a:p>
          <a:p>
            <a:pPr marL="285750" indent="-285750">
              <a:buClr>
                <a:schemeClr val="tx1"/>
              </a:buClr>
              <a:buFont typeface="Arial" panose="020B0604020202020204" pitchFamily="34" charset="0"/>
              <a:buChar char="•"/>
            </a:pPr>
            <a:endParaRPr lang="en-US" b="0" dirty="0">
              <a:solidFill>
                <a:schemeClr val="tx1"/>
              </a:solidFill>
              <a:latin typeface="+mn-lt"/>
            </a:endParaRPr>
          </a:p>
          <a:p>
            <a:endParaRPr lang="en-US" b="0" dirty="0">
              <a:solidFill>
                <a:schemeClr val="tx1"/>
              </a:solidFill>
              <a:latin typeface="+mn-lt"/>
            </a:endParaRPr>
          </a:p>
          <a:p>
            <a:endParaRPr lang="en-US" b="0" dirty="0">
              <a:solidFill>
                <a:schemeClr val="tx1"/>
              </a:solidFill>
              <a:latin typeface="+mn-lt"/>
            </a:endParaRPr>
          </a:p>
        </p:txBody>
      </p:sp>
    </p:spTree>
    <p:extLst>
      <p:ext uri="{BB962C8B-B14F-4D97-AF65-F5344CB8AC3E}">
        <p14:creationId xmlns:p14="http://schemas.microsoft.com/office/powerpoint/2010/main" val="31752372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1767" y="257064"/>
            <a:ext cx="11176000" cy="584775"/>
          </a:xfrm>
          <a:noFill/>
          <a:ln w="9525">
            <a:noFill/>
            <a:miter lim="800000"/>
            <a:headEnd/>
            <a:tailEnd/>
          </a:ln>
        </p:spPr>
        <p:txBody>
          <a:bodyPr vert="horz" wrap="square" lIns="91440" tIns="45720" rIns="91440" bIns="45720" numCol="1" anchor="ctr" anchorCtr="0" compatLnSpc="1">
            <a:prstTxWarp prst="textNoShape">
              <a:avLst/>
            </a:prstTxWarp>
            <a:spAutoFit/>
          </a:bodyPr>
          <a:lstStyle/>
          <a:p>
            <a:r>
              <a:rPr lang="en-US" dirty="0">
                <a:solidFill>
                  <a:schemeClr val="tx1"/>
                </a:solidFill>
                <a:latin typeface="+mj-lt"/>
                <a:cs typeface="Times New Roman" panose="02020603050405020304" pitchFamily="18" charset="0"/>
              </a:rPr>
              <a:t>Radiation</a:t>
            </a:r>
          </a:p>
        </p:txBody>
      </p:sp>
      <p:sp>
        <p:nvSpPr>
          <p:cNvPr id="3" name="Content Placeholder 2"/>
          <p:cNvSpPr>
            <a:spLocks noGrp="1"/>
          </p:cNvSpPr>
          <p:nvPr>
            <p:ph idx="1"/>
          </p:nvPr>
        </p:nvSpPr>
        <p:spPr>
          <a:xfrm>
            <a:off x="406400" y="1008014"/>
            <a:ext cx="11176000" cy="4220809"/>
          </a:xfrm>
        </p:spPr>
        <p:txBody>
          <a:bodyPr/>
          <a:lstStyle/>
          <a:p>
            <a:r>
              <a:rPr lang="en-US" sz="2400" b="0" i="1" dirty="0">
                <a:solidFill>
                  <a:schemeClr val="tx1"/>
                </a:solidFill>
                <a:latin typeface="+mn-lt"/>
              </a:rPr>
              <a:t>Everything that has a temperature gives off electromagnetic radiation (light). Shortwave radiation contains higher amounts of energy, and longwave radiation contains a smaller amount of energy. Therefore, the sun gives off shortwave radiation, as it is extremely hot and has a lot of energy to give. On the other hand, Earth’s energy is emitted as longwave radiation, as it is much cooler but still emits radiation.</a:t>
            </a:r>
          </a:p>
          <a:p>
            <a:endParaRPr lang="en-US" sz="2400" b="0" dirty="0">
              <a:solidFill>
                <a:schemeClr val="tx1"/>
              </a:solidFill>
              <a:latin typeface="+mn-lt"/>
            </a:endParaRPr>
          </a:p>
          <a:p>
            <a:r>
              <a:rPr lang="en-US" b="0" dirty="0">
                <a:solidFill>
                  <a:schemeClr val="tx1"/>
                </a:solidFill>
                <a:latin typeface="+mn-lt"/>
              </a:rPr>
              <a:t>Source: North Carolina Climate Office</a:t>
            </a:r>
          </a:p>
          <a:p>
            <a:endParaRPr lang="en-US" sz="2400" b="0" dirty="0">
              <a:solidFill>
                <a:schemeClr val="tx1"/>
              </a:solidFill>
              <a:latin typeface="+mn-lt"/>
            </a:endParaRPr>
          </a:p>
          <a:p>
            <a:endParaRPr lang="en-US" sz="2400" b="0" dirty="0">
              <a:solidFill>
                <a:schemeClr val="tx1"/>
              </a:solidFill>
              <a:latin typeface="+mn-lt"/>
            </a:endParaRPr>
          </a:p>
        </p:txBody>
      </p:sp>
      <p:sp>
        <p:nvSpPr>
          <p:cNvPr id="5" name="Slide Number Placeholder 4"/>
          <p:cNvSpPr>
            <a:spLocks noGrp="1"/>
          </p:cNvSpPr>
          <p:nvPr>
            <p:ph type="sldNum" sz="quarter" idx="11"/>
          </p:nvPr>
        </p:nvSpPr>
        <p:spPr/>
        <p:txBody>
          <a:bodyPr/>
          <a:lstStyle/>
          <a:p>
            <a:fld id="{9A257827-C34C-4251-B995-96C9C233CCC8}" type="slidenum">
              <a:rPr lang="en-US" smtClean="0"/>
              <a:pPr/>
              <a:t>7</a:t>
            </a:fld>
            <a:endParaRPr lang="en-US"/>
          </a:p>
        </p:txBody>
      </p:sp>
    </p:spTree>
    <p:extLst>
      <p:ext uri="{BB962C8B-B14F-4D97-AF65-F5344CB8AC3E}">
        <p14:creationId xmlns:p14="http://schemas.microsoft.com/office/powerpoint/2010/main" val="20545982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1767" y="257064"/>
            <a:ext cx="11176000" cy="584775"/>
          </a:xfrm>
          <a:noFill/>
          <a:ln w="9525">
            <a:noFill/>
            <a:miter lim="800000"/>
            <a:headEnd/>
            <a:tailEnd/>
          </a:ln>
        </p:spPr>
        <p:txBody>
          <a:bodyPr vert="horz" wrap="square" lIns="91440" tIns="45720" rIns="91440" bIns="45720" numCol="1" anchor="ctr" anchorCtr="0" compatLnSpc="1">
            <a:prstTxWarp prst="textNoShape">
              <a:avLst/>
            </a:prstTxWarp>
            <a:spAutoFit/>
          </a:bodyPr>
          <a:lstStyle/>
          <a:p>
            <a:r>
              <a:rPr lang="en-US" dirty="0">
                <a:solidFill>
                  <a:schemeClr val="tx1"/>
                </a:solidFill>
                <a:latin typeface="+mj-lt"/>
                <a:cs typeface="Times New Roman" panose="02020603050405020304" pitchFamily="18" charset="0"/>
              </a:rPr>
              <a:t>Latent vs. Sensible Heat</a:t>
            </a:r>
          </a:p>
        </p:txBody>
      </p:sp>
      <p:sp>
        <p:nvSpPr>
          <p:cNvPr id="3" name="Content Placeholder 2"/>
          <p:cNvSpPr>
            <a:spLocks noGrp="1"/>
          </p:cNvSpPr>
          <p:nvPr>
            <p:ph idx="1"/>
          </p:nvPr>
        </p:nvSpPr>
        <p:spPr>
          <a:xfrm>
            <a:off x="406400" y="1008014"/>
            <a:ext cx="11176000" cy="4903389"/>
          </a:xfrm>
        </p:spPr>
        <p:txBody>
          <a:bodyPr/>
          <a:lstStyle/>
          <a:p>
            <a:r>
              <a:rPr lang="en-US" sz="2000" dirty="0">
                <a:solidFill>
                  <a:schemeClr val="tx1"/>
                </a:solidFill>
                <a:latin typeface="+mn-lt"/>
              </a:rPr>
              <a:t>Sensible Heat:</a:t>
            </a:r>
          </a:p>
          <a:p>
            <a:r>
              <a:rPr lang="en-US" b="0" dirty="0">
                <a:solidFill>
                  <a:schemeClr val="tx1"/>
                </a:solidFill>
                <a:latin typeface="+mn-lt"/>
              </a:rPr>
              <a:t>Sensible heat is when energy is transferred as heat to an object, changing the temperature but not its state. If you can measure the temperature of the heat, it is sensible. A body (solid, liquid, or gas) of mass, m, and specific heat, c, is heated to change its temperature from T1 to T2 without changing its state. Indeed, the volume or the pressure of the body is unchanged. The energy received by the body responsible for its risen temperature is given by the relation:</a:t>
            </a:r>
          </a:p>
          <a:p>
            <a:endParaRPr lang="en-US" b="0" dirty="0">
              <a:solidFill>
                <a:schemeClr val="tx1"/>
              </a:solidFill>
              <a:latin typeface="+mn-lt"/>
            </a:endParaRPr>
          </a:p>
          <a:p>
            <a:pPr marL="342900" indent="-342900">
              <a:buClr>
                <a:schemeClr val="tx1"/>
              </a:buClr>
              <a:buFont typeface="Arial" panose="020B0604020202020204" pitchFamily="34" charset="0"/>
              <a:buChar char="•"/>
            </a:pPr>
            <a:r>
              <a:rPr lang="en-US" b="0" dirty="0">
                <a:solidFill>
                  <a:schemeClr val="tx1"/>
                </a:solidFill>
                <a:latin typeface="+mn-lt"/>
              </a:rPr>
              <a:t>Q = m*c*(T2 – T1), in joules</a:t>
            </a:r>
          </a:p>
          <a:p>
            <a:pPr marL="342900" indent="-342900">
              <a:buClr>
                <a:schemeClr val="tx1"/>
              </a:buClr>
              <a:buFont typeface="Arial" panose="020B0604020202020204" pitchFamily="34" charset="0"/>
              <a:buChar char="•"/>
            </a:pPr>
            <a:r>
              <a:rPr lang="en-US" b="0" dirty="0">
                <a:solidFill>
                  <a:schemeClr val="tx1"/>
                </a:solidFill>
                <a:latin typeface="+mn-lt"/>
              </a:rPr>
              <a:t>Q = m*c*(T2 – T1)*1055.06, in BTU</a:t>
            </a:r>
          </a:p>
          <a:p>
            <a:endParaRPr lang="en-US" sz="2400" b="0" dirty="0">
              <a:solidFill>
                <a:schemeClr val="tx1"/>
              </a:solidFill>
            </a:endParaRPr>
          </a:p>
          <a:p>
            <a:r>
              <a:rPr lang="en-US" sz="2000" dirty="0">
                <a:solidFill>
                  <a:schemeClr val="tx1"/>
                </a:solidFill>
              </a:rPr>
              <a:t>Latent Heat:</a:t>
            </a:r>
          </a:p>
          <a:p>
            <a:r>
              <a:rPr lang="en-US" b="0" dirty="0">
                <a:solidFill>
                  <a:schemeClr val="tx1"/>
                </a:solidFill>
                <a:latin typeface="+mn-lt"/>
              </a:rPr>
              <a:t>In contrast to sensible heat, latent heat is the energy released or absorbed that changes the state of a body during a constant temperature process. This process leaves temperature unaffected – it won’t get higher or lower. The most common forms of latent heat are fusion at vaporization.</a:t>
            </a:r>
          </a:p>
          <a:p>
            <a:endParaRPr lang="en-US" sz="2000" b="0" dirty="0">
              <a:solidFill>
                <a:schemeClr val="tx1"/>
              </a:solidFill>
              <a:latin typeface="+mn-lt"/>
            </a:endParaRPr>
          </a:p>
          <a:p>
            <a:r>
              <a:rPr lang="en-US" sz="1600" b="0" dirty="0">
                <a:solidFill>
                  <a:schemeClr val="tx1"/>
                </a:solidFill>
                <a:latin typeface="+mn-lt"/>
              </a:rPr>
              <a:t>Source: hvacbrain.com</a:t>
            </a:r>
            <a:endParaRPr lang="en-US" sz="2000" b="0" dirty="0">
              <a:solidFill>
                <a:schemeClr val="tx1"/>
              </a:solidFill>
              <a:latin typeface="+mn-lt"/>
            </a:endParaRPr>
          </a:p>
          <a:p>
            <a:endParaRPr lang="en-US" sz="2000" b="0" dirty="0">
              <a:solidFill>
                <a:schemeClr val="tx1"/>
              </a:solidFill>
              <a:latin typeface="+mn-lt"/>
            </a:endParaRPr>
          </a:p>
          <a:p>
            <a:endParaRPr lang="en-US" sz="2000" b="0" dirty="0">
              <a:solidFill>
                <a:schemeClr val="tx1"/>
              </a:solidFill>
              <a:latin typeface="+mn-lt"/>
            </a:endParaRPr>
          </a:p>
          <a:p>
            <a:endParaRPr lang="en-US" sz="2000" b="0" dirty="0">
              <a:solidFill>
                <a:schemeClr val="tx1"/>
              </a:solidFill>
              <a:latin typeface="+mn-lt"/>
            </a:endParaRPr>
          </a:p>
        </p:txBody>
      </p:sp>
      <p:sp>
        <p:nvSpPr>
          <p:cNvPr id="5" name="Slide Number Placeholder 4"/>
          <p:cNvSpPr>
            <a:spLocks noGrp="1"/>
          </p:cNvSpPr>
          <p:nvPr>
            <p:ph type="sldNum" sz="quarter" idx="11"/>
          </p:nvPr>
        </p:nvSpPr>
        <p:spPr/>
        <p:txBody>
          <a:bodyPr/>
          <a:lstStyle/>
          <a:p>
            <a:fld id="{9A257827-C34C-4251-B995-96C9C233CCC8}" type="slidenum">
              <a:rPr lang="en-US" smtClean="0"/>
              <a:pPr/>
              <a:t>8</a:t>
            </a:fld>
            <a:endParaRPr lang="en-US"/>
          </a:p>
        </p:txBody>
      </p:sp>
    </p:spTree>
    <p:extLst>
      <p:ext uri="{BB962C8B-B14F-4D97-AF65-F5344CB8AC3E}">
        <p14:creationId xmlns:p14="http://schemas.microsoft.com/office/powerpoint/2010/main" val="37264719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1767" y="257064"/>
            <a:ext cx="11176000" cy="584775"/>
          </a:xfrm>
          <a:noFill/>
          <a:ln w="9525">
            <a:noFill/>
            <a:miter lim="800000"/>
            <a:headEnd/>
            <a:tailEnd/>
          </a:ln>
        </p:spPr>
        <p:txBody>
          <a:bodyPr vert="horz" wrap="square" lIns="91440" tIns="45720" rIns="91440" bIns="45720" numCol="1" anchor="ctr" anchorCtr="0" compatLnSpc="1">
            <a:prstTxWarp prst="textNoShape">
              <a:avLst/>
            </a:prstTxWarp>
            <a:spAutoFit/>
          </a:bodyPr>
          <a:lstStyle/>
          <a:p>
            <a:r>
              <a:rPr lang="en-US" dirty="0">
                <a:solidFill>
                  <a:schemeClr val="tx1"/>
                </a:solidFill>
                <a:latin typeface="+mj-lt"/>
                <a:cs typeface="Times New Roman" panose="02020603050405020304" pitchFamily="18" charset="0"/>
              </a:rPr>
              <a:t>Convection vs. Conduction</a:t>
            </a:r>
          </a:p>
        </p:txBody>
      </p:sp>
      <p:sp>
        <p:nvSpPr>
          <p:cNvPr id="3" name="Content Placeholder 2"/>
          <p:cNvSpPr>
            <a:spLocks noGrp="1"/>
          </p:cNvSpPr>
          <p:nvPr>
            <p:ph idx="1"/>
          </p:nvPr>
        </p:nvSpPr>
        <p:spPr>
          <a:xfrm>
            <a:off x="406400" y="1008014"/>
            <a:ext cx="5689600" cy="4903389"/>
          </a:xfrm>
        </p:spPr>
        <p:txBody>
          <a:bodyPr/>
          <a:lstStyle/>
          <a:p>
            <a:r>
              <a:rPr lang="en-US" sz="2400" b="0" dirty="0">
                <a:solidFill>
                  <a:schemeClr val="tx1"/>
                </a:solidFill>
                <a:latin typeface="+mn-lt"/>
              </a:rPr>
              <a:t>Convection and conduction are both mechanisms of heat transfer. The main difference between them is:</a:t>
            </a:r>
          </a:p>
          <a:p>
            <a:pPr marL="342900" indent="-342900">
              <a:buClr>
                <a:schemeClr val="tx1"/>
              </a:buClr>
              <a:buFont typeface="Arial" panose="020B0604020202020204" pitchFamily="34" charset="0"/>
              <a:buChar char="•"/>
            </a:pPr>
            <a:r>
              <a:rPr lang="en-US" sz="2400" b="0" dirty="0">
                <a:solidFill>
                  <a:schemeClr val="tx1"/>
                </a:solidFill>
                <a:latin typeface="+mn-lt"/>
              </a:rPr>
              <a:t>Convection: Heat is transferred through the flow of material.</a:t>
            </a:r>
          </a:p>
          <a:p>
            <a:pPr marL="342900" indent="-342900">
              <a:buClr>
                <a:schemeClr val="tx1"/>
              </a:buClr>
              <a:buFont typeface="Arial" panose="020B0604020202020204" pitchFamily="34" charset="0"/>
              <a:buChar char="•"/>
            </a:pPr>
            <a:r>
              <a:rPr lang="en-US" sz="2400" b="0" dirty="0">
                <a:solidFill>
                  <a:schemeClr val="tx1"/>
                </a:solidFill>
                <a:latin typeface="+mn-lt"/>
              </a:rPr>
              <a:t>Conduction: Heat is transferred through collisions of particles that make up the material. </a:t>
            </a:r>
          </a:p>
          <a:p>
            <a:endParaRPr lang="en-US" sz="2400" b="0" dirty="0">
              <a:solidFill>
                <a:schemeClr val="tx1"/>
              </a:solidFill>
              <a:latin typeface="+mn-lt"/>
            </a:endParaRPr>
          </a:p>
          <a:p>
            <a:endParaRPr lang="en-US" sz="2400" b="0" dirty="0">
              <a:solidFill>
                <a:schemeClr val="tx1"/>
              </a:solidFill>
              <a:latin typeface="+mn-lt"/>
            </a:endParaRPr>
          </a:p>
          <a:p>
            <a:endParaRPr lang="en-US" sz="2400" b="0" dirty="0">
              <a:solidFill>
                <a:schemeClr val="tx1"/>
              </a:solidFill>
              <a:latin typeface="+mn-lt"/>
            </a:endParaRPr>
          </a:p>
          <a:p>
            <a:endParaRPr lang="en-US" sz="2400" b="0" dirty="0">
              <a:solidFill>
                <a:schemeClr val="tx1"/>
              </a:solidFill>
              <a:latin typeface="+mn-lt"/>
            </a:endParaRPr>
          </a:p>
        </p:txBody>
      </p:sp>
      <p:sp>
        <p:nvSpPr>
          <p:cNvPr id="5" name="Slide Number Placeholder 4"/>
          <p:cNvSpPr>
            <a:spLocks noGrp="1"/>
          </p:cNvSpPr>
          <p:nvPr>
            <p:ph type="sldNum" sz="quarter" idx="11"/>
          </p:nvPr>
        </p:nvSpPr>
        <p:spPr/>
        <p:txBody>
          <a:bodyPr/>
          <a:lstStyle/>
          <a:p>
            <a:fld id="{9A257827-C34C-4251-B995-96C9C233CCC8}" type="slidenum">
              <a:rPr lang="en-US" smtClean="0"/>
              <a:pPr/>
              <a:t>9</a:t>
            </a:fld>
            <a:endParaRPr lang="en-US"/>
          </a:p>
        </p:txBody>
      </p:sp>
      <p:pic>
        <p:nvPicPr>
          <p:cNvPr id="6" name="Picture 5" descr="Diagram&#10;&#10;Description automatically generated">
            <a:extLst>
              <a:ext uri="{FF2B5EF4-FFF2-40B4-BE49-F238E27FC236}">
                <a16:creationId xmlns:a16="http://schemas.microsoft.com/office/drawing/2014/main" id="{89B73392-09E9-AF4E-0271-89C1A67C1987}"/>
              </a:ext>
            </a:extLst>
          </p:cNvPr>
          <p:cNvPicPr>
            <a:picLocks noChangeAspect="1"/>
          </p:cNvPicPr>
          <p:nvPr/>
        </p:nvPicPr>
        <p:blipFill>
          <a:blip r:embed="rId2"/>
          <a:stretch>
            <a:fillRect/>
          </a:stretch>
        </p:blipFill>
        <p:spPr>
          <a:xfrm>
            <a:off x="6106096" y="1005686"/>
            <a:ext cx="5476304" cy="4107228"/>
          </a:xfrm>
          <a:prstGeom prst="rect">
            <a:avLst/>
          </a:prstGeom>
        </p:spPr>
      </p:pic>
      <p:sp>
        <p:nvSpPr>
          <p:cNvPr id="7" name="TextBox 6">
            <a:extLst>
              <a:ext uri="{FF2B5EF4-FFF2-40B4-BE49-F238E27FC236}">
                <a16:creationId xmlns:a16="http://schemas.microsoft.com/office/drawing/2014/main" id="{55378574-6B81-1A7C-BD7F-5036C00256ED}"/>
              </a:ext>
            </a:extLst>
          </p:cNvPr>
          <p:cNvSpPr txBox="1"/>
          <p:nvPr/>
        </p:nvSpPr>
        <p:spPr>
          <a:xfrm>
            <a:off x="6523197" y="5151551"/>
            <a:ext cx="4642102" cy="584775"/>
          </a:xfrm>
          <a:prstGeom prst="rect">
            <a:avLst/>
          </a:prstGeom>
          <a:noFill/>
        </p:spPr>
        <p:txBody>
          <a:bodyPr wrap="square" rtlCol="0">
            <a:spAutoFit/>
          </a:bodyPr>
          <a:lstStyle/>
          <a:p>
            <a:pPr algn="ctr"/>
            <a:r>
              <a:rPr lang="en-US" sz="1600" dirty="0"/>
              <a:t>Source: University Corporation for Atmospheric Research (UCAR)</a:t>
            </a:r>
          </a:p>
        </p:txBody>
      </p:sp>
    </p:spTree>
    <p:extLst>
      <p:ext uri="{BB962C8B-B14F-4D97-AF65-F5344CB8AC3E}">
        <p14:creationId xmlns:p14="http://schemas.microsoft.com/office/powerpoint/2010/main" val="3876642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1767" y="257064"/>
            <a:ext cx="11176000" cy="584775"/>
          </a:xfrm>
          <a:noFill/>
          <a:ln w="9525">
            <a:noFill/>
            <a:miter lim="800000"/>
            <a:headEnd/>
            <a:tailEnd/>
          </a:ln>
        </p:spPr>
        <p:txBody>
          <a:bodyPr vert="horz" wrap="square" lIns="91440" tIns="45720" rIns="91440" bIns="45720" numCol="1" anchor="ctr" anchorCtr="0" compatLnSpc="1">
            <a:prstTxWarp prst="textNoShape">
              <a:avLst/>
            </a:prstTxWarp>
            <a:spAutoFit/>
          </a:bodyPr>
          <a:lstStyle/>
          <a:p>
            <a:r>
              <a:rPr lang="en-US" dirty="0">
                <a:solidFill>
                  <a:schemeClr val="tx1"/>
                </a:solidFill>
                <a:latin typeface="+mj-lt"/>
                <a:cs typeface="Times New Roman" panose="02020603050405020304" pitchFamily="18" charset="0"/>
              </a:rPr>
              <a:t>Surface Heat Exchange</a:t>
            </a:r>
          </a:p>
        </p:txBody>
      </p:sp>
      <p:sp>
        <p:nvSpPr>
          <p:cNvPr id="3" name="Content Placeholder 2"/>
          <p:cNvSpPr>
            <a:spLocks noGrp="1"/>
          </p:cNvSpPr>
          <p:nvPr>
            <p:ph idx="1"/>
          </p:nvPr>
        </p:nvSpPr>
        <p:spPr>
          <a:xfrm>
            <a:off x="406400" y="1008014"/>
            <a:ext cx="8812904" cy="4220809"/>
          </a:xfrm>
        </p:spPr>
        <p:txBody>
          <a:bodyPr/>
          <a:lstStyle/>
          <a:p>
            <a:r>
              <a:rPr lang="en-US" b="0" dirty="0">
                <a:solidFill>
                  <a:schemeClr val="tx1"/>
                </a:solidFill>
                <a:latin typeface="+mn-lt"/>
              </a:rPr>
              <a:t>The surface heat exchange is computed as:</a:t>
            </a:r>
          </a:p>
          <a:p>
            <a:endParaRPr lang="en-US" b="0" dirty="0">
              <a:solidFill>
                <a:schemeClr val="tx1"/>
              </a:solidFill>
              <a:latin typeface="+mn-lt"/>
            </a:endParaRPr>
          </a:p>
          <a:p>
            <a:endParaRPr lang="en-US" b="0" dirty="0">
              <a:solidFill>
                <a:schemeClr val="tx1"/>
              </a:solidFill>
              <a:sym typeface="Symbol" pitchFamily="2" charset="2"/>
            </a:endParaRPr>
          </a:p>
          <a:p>
            <a:pPr>
              <a:tabLst>
                <a:tab pos="402336" algn="r"/>
                <a:tab pos="457200" algn="l"/>
                <a:tab pos="685800" algn="l"/>
                <a:tab pos="5029200" algn="r"/>
              </a:tabLst>
            </a:pPr>
            <a:r>
              <a:rPr lang="en-US" b="0" dirty="0">
                <a:solidFill>
                  <a:schemeClr val="tx1"/>
                </a:solidFill>
                <a:sym typeface="Symbol" pitchFamily="2" charset="2"/>
              </a:rPr>
              <a:t>	</a:t>
            </a:r>
            <a:r>
              <a:rPr lang="en-US" b="0" baseline="-25000" dirty="0">
                <a:solidFill>
                  <a:schemeClr val="tx1"/>
                </a:solidFill>
              </a:rPr>
              <a:t>n</a:t>
            </a:r>
            <a:r>
              <a:rPr lang="en-US" b="0" dirty="0">
                <a:solidFill>
                  <a:schemeClr val="tx1"/>
                </a:solidFill>
              </a:rPr>
              <a:t>	=	net surface heat flux,</a:t>
            </a:r>
            <a:r>
              <a:rPr lang="en-US" b="0" i="1" dirty="0">
                <a:solidFill>
                  <a:schemeClr val="tx1"/>
                </a:solidFill>
              </a:rPr>
              <a:t> W </a:t>
            </a:r>
            <a:r>
              <a:rPr lang="en-US" b="0" dirty="0">
                <a:solidFill>
                  <a:schemeClr val="tx1"/>
                </a:solidFill>
              </a:rPr>
              <a:t>m</a:t>
            </a:r>
            <a:r>
              <a:rPr lang="en-US" b="0" baseline="30000" dirty="0">
                <a:solidFill>
                  <a:schemeClr val="tx1"/>
                </a:solidFill>
              </a:rPr>
              <a:t>‑2</a:t>
            </a:r>
            <a:endParaRPr lang="en-US" b="0" dirty="0">
              <a:solidFill>
                <a:schemeClr val="tx1"/>
              </a:solidFill>
            </a:endParaRPr>
          </a:p>
          <a:p>
            <a:pPr>
              <a:tabLst>
                <a:tab pos="402336" algn="r"/>
                <a:tab pos="457200" algn="l"/>
                <a:tab pos="685800" algn="l"/>
                <a:tab pos="5029200" algn="r"/>
              </a:tabLst>
            </a:pPr>
            <a:r>
              <a:rPr lang="en-US" b="0" dirty="0">
                <a:solidFill>
                  <a:schemeClr val="tx1"/>
                </a:solidFill>
                <a:sym typeface="Symbol" pitchFamily="2" charset="2"/>
              </a:rPr>
              <a:t>	</a:t>
            </a:r>
            <a:r>
              <a:rPr lang="en-US" b="0" baseline="-25000" dirty="0">
                <a:solidFill>
                  <a:schemeClr val="tx1"/>
                </a:solidFill>
              </a:rPr>
              <a:t>s</a:t>
            </a:r>
            <a:r>
              <a:rPr lang="en-US" b="0" dirty="0">
                <a:solidFill>
                  <a:schemeClr val="tx1"/>
                </a:solidFill>
              </a:rPr>
              <a:t>	=	incoming short-wave solar radiation,</a:t>
            </a:r>
            <a:r>
              <a:rPr lang="en-US" b="0" i="1" dirty="0">
                <a:solidFill>
                  <a:schemeClr val="tx1"/>
                </a:solidFill>
              </a:rPr>
              <a:t> W </a:t>
            </a:r>
            <a:r>
              <a:rPr lang="en-US" b="0" dirty="0">
                <a:solidFill>
                  <a:schemeClr val="tx1"/>
                </a:solidFill>
              </a:rPr>
              <a:t>m</a:t>
            </a:r>
            <a:r>
              <a:rPr lang="en-US" b="0" baseline="30000" dirty="0">
                <a:solidFill>
                  <a:schemeClr val="tx1"/>
                </a:solidFill>
              </a:rPr>
              <a:t>‑2</a:t>
            </a:r>
            <a:endParaRPr lang="en-US" b="0" dirty="0">
              <a:solidFill>
                <a:schemeClr val="tx1"/>
              </a:solidFill>
            </a:endParaRPr>
          </a:p>
          <a:p>
            <a:pPr>
              <a:tabLst>
                <a:tab pos="402336" algn="r"/>
                <a:tab pos="457200" algn="l"/>
                <a:tab pos="685800" algn="l"/>
                <a:tab pos="5029200" algn="r"/>
              </a:tabLst>
            </a:pPr>
            <a:r>
              <a:rPr lang="en-US" b="0" dirty="0">
                <a:solidFill>
                  <a:schemeClr val="tx1"/>
                </a:solidFill>
                <a:sym typeface="Symbol" pitchFamily="2" charset="2"/>
              </a:rPr>
              <a:t>	</a:t>
            </a:r>
            <a:r>
              <a:rPr lang="en-US" b="0" baseline="-25000" dirty="0" err="1">
                <a:solidFill>
                  <a:schemeClr val="tx1"/>
                </a:solidFill>
              </a:rPr>
              <a:t>sr</a:t>
            </a:r>
            <a:r>
              <a:rPr lang="en-US" b="0" dirty="0">
                <a:solidFill>
                  <a:schemeClr val="tx1"/>
                </a:solidFill>
              </a:rPr>
              <a:t>	=	reflected short-wave solar radiation,</a:t>
            </a:r>
            <a:r>
              <a:rPr lang="en-US" b="0" i="1" dirty="0">
                <a:solidFill>
                  <a:schemeClr val="tx1"/>
                </a:solidFill>
              </a:rPr>
              <a:t> W </a:t>
            </a:r>
            <a:r>
              <a:rPr lang="en-US" b="0" dirty="0">
                <a:solidFill>
                  <a:schemeClr val="tx1"/>
                </a:solidFill>
              </a:rPr>
              <a:t>m</a:t>
            </a:r>
            <a:r>
              <a:rPr lang="en-US" b="0" baseline="30000" dirty="0">
                <a:solidFill>
                  <a:schemeClr val="tx1"/>
                </a:solidFill>
              </a:rPr>
              <a:t>‑2</a:t>
            </a:r>
            <a:endParaRPr lang="en-US" b="0" dirty="0">
              <a:solidFill>
                <a:schemeClr val="tx1"/>
              </a:solidFill>
            </a:endParaRPr>
          </a:p>
          <a:p>
            <a:pPr>
              <a:tabLst>
                <a:tab pos="402336" algn="r"/>
                <a:tab pos="457200" algn="l"/>
                <a:tab pos="685800" algn="l"/>
                <a:tab pos="5029200" algn="r"/>
              </a:tabLst>
            </a:pPr>
            <a:r>
              <a:rPr lang="en-US" b="0" dirty="0">
                <a:solidFill>
                  <a:schemeClr val="tx1"/>
                </a:solidFill>
                <a:sym typeface="Symbol" pitchFamily="2" charset="2"/>
              </a:rPr>
              <a:t>	</a:t>
            </a:r>
            <a:r>
              <a:rPr lang="en-US" b="0" baseline="-25000" dirty="0" err="1">
                <a:solidFill>
                  <a:schemeClr val="tx1"/>
                </a:solidFill>
              </a:rPr>
              <a:t>sn</a:t>
            </a:r>
            <a:r>
              <a:rPr lang="en-US" b="0" baseline="-25000" dirty="0">
                <a:solidFill>
                  <a:schemeClr val="tx1"/>
                </a:solidFill>
              </a:rPr>
              <a:t>	</a:t>
            </a:r>
            <a:r>
              <a:rPr lang="en-US" b="0" dirty="0">
                <a:solidFill>
                  <a:schemeClr val="tx1"/>
                </a:solidFill>
              </a:rPr>
              <a:t>=	net short-wave solar radiation, </a:t>
            </a:r>
            <a:r>
              <a:rPr lang="en-US" b="0" dirty="0">
                <a:solidFill>
                  <a:schemeClr val="tx1"/>
                </a:solidFill>
                <a:sym typeface="Symbol" pitchFamily="2" charset="2"/>
              </a:rPr>
              <a:t></a:t>
            </a:r>
            <a:r>
              <a:rPr lang="en-US" b="0" baseline="-25000" dirty="0">
                <a:solidFill>
                  <a:schemeClr val="tx1"/>
                </a:solidFill>
              </a:rPr>
              <a:t>s</a:t>
            </a:r>
            <a:r>
              <a:rPr lang="en-US" b="0" dirty="0">
                <a:solidFill>
                  <a:schemeClr val="tx1"/>
                </a:solidFill>
              </a:rPr>
              <a:t>-</a:t>
            </a:r>
            <a:r>
              <a:rPr lang="en-US" b="0" dirty="0">
                <a:solidFill>
                  <a:schemeClr val="tx1"/>
                </a:solidFill>
                <a:sym typeface="Symbol" pitchFamily="2" charset="2"/>
              </a:rPr>
              <a:t></a:t>
            </a:r>
            <a:r>
              <a:rPr lang="en-US" b="0" baseline="-25000" dirty="0" err="1">
                <a:solidFill>
                  <a:schemeClr val="tx1"/>
                </a:solidFill>
              </a:rPr>
              <a:t>sr</a:t>
            </a:r>
            <a:r>
              <a:rPr lang="en-US" b="0" dirty="0">
                <a:solidFill>
                  <a:schemeClr val="tx1"/>
                </a:solidFill>
              </a:rPr>
              <a:t>,</a:t>
            </a:r>
            <a:r>
              <a:rPr lang="en-US" b="0" i="1" dirty="0">
                <a:solidFill>
                  <a:schemeClr val="tx1"/>
                </a:solidFill>
              </a:rPr>
              <a:t> W </a:t>
            </a:r>
            <a:r>
              <a:rPr lang="en-US" b="0" dirty="0">
                <a:solidFill>
                  <a:schemeClr val="tx1"/>
                </a:solidFill>
              </a:rPr>
              <a:t>m</a:t>
            </a:r>
            <a:r>
              <a:rPr lang="en-US" b="0" baseline="30000" dirty="0">
                <a:solidFill>
                  <a:schemeClr val="tx1"/>
                </a:solidFill>
              </a:rPr>
              <a:t>‑2</a:t>
            </a:r>
            <a:endParaRPr lang="en-US" b="0" dirty="0">
              <a:solidFill>
                <a:schemeClr val="tx1"/>
              </a:solidFill>
            </a:endParaRPr>
          </a:p>
          <a:p>
            <a:pPr>
              <a:tabLst>
                <a:tab pos="402336" algn="r"/>
                <a:tab pos="457200" algn="l"/>
                <a:tab pos="685800" algn="l"/>
                <a:tab pos="5029200" algn="r"/>
              </a:tabLst>
            </a:pPr>
            <a:r>
              <a:rPr lang="en-US" b="0" dirty="0">
                <a:solidFill>
                  <a:schemeClr val="tx1"/>
                </a:solidFill>
                <a:sym typeface="Symbol" pitchFamily="2" charset="2"/>
              </a:rPr>
              <a:t>	</a:t>
            </a:r>
            <a:r>
              <a:rPr lang="en-US" b="0" baseline="-25000" dirty="0">
                <a:solidFill>
                  <a:schemeClr val="tx1"/>
                </a:solidFill>
              </a:rPr>
              <a:t>a	</a:t>
            </a:r>
            <a:r>
              <a:rPr lang="en-US" b="0" dirty="0">
                <a:solidFill>
                  <a:schemeClr val="tx1"/>
                </a:solidFill>
              </a:rPr>
              <a:t>=	incoming long-wave atmospheric radiation, </a:t>
            </a:r>
            <a:r>
              <a:rPr lang="en-US" b="0" i="1" dirty="0">
                <a:solidFill>
                  <a:schemeClr val="tx1"/>
                </a:solidFill>
              </a:rPr>
              <a:t>W </a:t>
            </a:r>
            <a:r>
              <a:rPr lang="en-US" b="0" dirty="0">
                <a:solidFill>
                  <a:schemeClr val="tx1"/>
                </a:solidFill>
              </a:rPr>
              <a:t>m</a:t>
            </a:r>
            <a:r>
              <a:rPr lang="en-US" b="0" baseline="30000" dirty="0">
                <a:solidFill>
                  <a:schemeClr val="tx1"/>
                </a:solidFill>
              </a:rPr>
              <a:t>‑2</a:t>
            </a:r>
            <a:endParaRPr lang="en-US" b="0" dirty="0">
              <a:solidFill>
                <a:schemeClr val="tx1"/>
              </a:solidFill>
            </a:endParaRPr>
          </a:p>
          <a:p>
            <a:pPr>
              <a:tabLst>
                <a:tab pos="402336" algn="r"/>
                <a:tab pos="457200" algn="l"/>
                <a:tab pos="685800" algn="l"/>
                <a:tab pos="5029200" algn="r"/>
              </a:tabLst>
            </a:pPr>
            <a:r>
              <a:rPr lang="en-US" b="0" dirty="0">
                <a:solidFill>
                  <a:schemeClr val="tx1"/>
                </a:solidFill>
                <a:sym typeface="Symbol" pitchFamily="2" charset="2"/>
              </a:rPr>
              <a:t>	</a:t>
            </a:r>
            <a:r>
              <a:rPr lang="en-US" b="0" baseline="-25000" dirty="0" err="1">
                <a:solidFill>
                  <a:schemeClr val="tx1"/>
                </a:solidFill>
              </a:rPr>
              <a:t>ar</a:t>
            </a:r>
            <a:r>
              <a:rPr lang="en-US" b="0" baseline="-25000" dirty="0">
                <a:solidFill>
                  <a:schemeClr val="tx1"/>
                </a:solidFill>
              </a:rPr>
              <a:t>	</a:t>
            </a:r>
            <a:r>
              <a:rPr lang="en-US" b="0" dirty="0">
                <a:solidFill>
                  <a:schemeClr val="tx1"/>
                </a:solidFill>
              </a:rPr>
              <a:t>=	reflected atmospheric long-wave radiation,</a:t>
            </a:r>
            <a:r>
              <a:rPr lang="en-US" b="0" i="1" dirty="0">
                <a:solidFill>
                  <a:schemeClr val="tx1"/>
                </a:solidFill>
              </a:rPr>
              <a:t> W </a:t>
            </a:r>
            <a:r>
              <a:rPr lang="en-US" b="0" dirty="0">
                <a:solidFill>
                  <a:schemeClr val="tx1"/>
                </a:solidFill>
              </a:rPr>
              <a:t>m</a:t>
            </a:r>
            <a:r>
              <a:rPr lang="en-US" b="0" baseline="30000" dirty="0">
                <a:solidFill>
                  <a:schemeClr val="tx1"/>
                </a:solidFill>
              </a:rPr>
              <a:t>‑2</a:t>
            </a:r>
            <a:endParaRPr lang="en-US" b="0" dirty="0">
              <a:solidFill>
                <a:schemeClr val="tx1"/>
              </a:solidFill>
            </a:endParaRPr>
          </a:p>
          <a:p>
            <a:pPr>
              <a:tabLst>
                <a:tab pos="402336" algn="r"/>
                <a:tab pos="457200" algn="l"/>
                <a:tab pos="685800" algn="l"/>
                <a:tab pos="5029200" algn="r"/>
              </a:tabLst>
            </a:pPr>
            <a:r>
              <a:rPr lang="en-US" b="0" dirty="0">
                <a:solidFill>
                  <a:schemeClr val="tx1"/>
                </a:solidFill>
                <a:sym typeface="Symbol" pitchFamily="2" charset="2"/>
              </a:rPr>
              <a:t>	</a:t>
            </a:r>
            <a:r>
              <a:rPr lang="en-US" b="0" baseline="-25000" dirty="0" err="1">
                <a:solidFill>
                  <a:schemeClr val="tx1"/>
                </a:solidFill>
              </a:rPr>
              <a:t>br</a:t>
            </a:r>
            <a:r>
              <a:rPr lang="en-US" b="0" dirty="0">
                <a:solidFill>
                  <a:schemeClr val="tx1"/>
                </a:solidFill>
              </a:rPr>
              <a:t>	=	back long-wave radiation,</a:t>
            </a:r>
            <a:r>
              <a:rPr lang="en-US" b="0" i="1" dirty="0">
                <a:solidFill>
                  <a:schemeClr val="tx1"/>
                </a:solidFill>
              </a:rPr>
              <a:t> W </a:t>
            </a:r>
            <a:r>
              <a:rPr lang="en-US" b="0" dirty="0">
                <a:solidFill>
                  <a:schemeClr val="tx1"/>
                </a:solidFill>
              </a:rPr>
              <a:t>m</a:t>
            </a:r>
            <a:r>
              <a:rPr lang="en-US" b="0" baseline="30000" dirty="0">
                <a:solidFill>
                  <a:schemeClr val="tx1"/>
                </a:solidFill>
              </a:rPr>
              <a:t>‑2</a:t>
            </a:r>
            <a:endParaRPr lang="en-US" b="0" dirty="0">
              <a:solidFill>
                <a:schemeClr val="tx1"/>
              </a:solidFill>
            </a:endParaRPr>
          </a:p>
          <a:p>
            <a:pPr>
              <a:tabLst>
                <a:tab pos="402336" algn="r"/>
                <a:tab pos="457200" algn="l"/>
                <a:tab pos="685800" algn="l"/>
                <a:tab pos="5029200" algn="r"/>
              </a:tabLst>
            </a:pPr>
            <a:r>
              <a:rPr lang="en-US" b="0" dirty="0">
                <a:solidFill>
                  <a:schemeClr val="tx1"/>
                </a:solidFill>
                <a:sym typeface="Symbol" pitchFamily="2" charset="2"/>
              </a:rPr>
              <a:t>	</a:t>
            </a:r>
            <a:r>
              <a:rPr lang="en-US" b="0" baseline="-25000" dirty="0">
                <a:solidFill>
                  <a:schemeClr val="tx1"/>
                </a:solidFill>
              </a:rPr>
              <a:t>e	</a:t>
            </a:r>
            <a:r>
              <a:rPr lang="en-US" b="0" dirty="0">
                <a:solidFill>
                  <a:schemeClr val="tx1"/>
                </a:solidFill>
              </a:rPr>
              <a:t>=	evaporative heat loss,</a:t>
            </a:r>
            <a:r>
              <a:rPr lang="en-US" b="0" i="1" dirty="0">
                <a:solidFill>
                  <a:schemeClr val="tx1"/>
                </a:solidFill>
              </a:rPr>
              <a:t> W </a:t>
            </a:r>
            <a:r>
              <a:rPr lang="en-US" b="0" dirty="0">
                <a:solidFill>
                  <a:schemeClr val="tx1"/>
                </a:solidFill>
              </a:rPr>
              <a:t>m</a:t>
            </a:r>
            <a:r>
              <a:rPr lang="en-US" b="0" baseline="30000" dirty="0">
                <a:solidFill>
                  <a:schemeClr val="tx1"/>
                </a:solidFill>
              </a:rPr>
              <a:t>‑2</a:t>
            </a:r>
            <a:r>
              <a:rPr lang="en-US" b="0" dirty="0">
                <a:solidFill>
                  <a:schemeClr val="tx1"/>
                </a:solidFill>
              </a:rPr>
              <a:t>	</a:t>
            </a:r>
          </a:p>
          <a:p>
            <a:pPr>
              <a:tabLst>
                <a:tab pos="402336" algn="r"/>
                <a:tab pos="457200" algn="l"/>
                <a:tab pos="685800" algn="l"/>
                <a:tab pos="5029200" algn="r"/>
              </a:tabLst>
            </a:pPr>
            <a:r>
              <a:rPr lang="en-US" b="0" dirty="0">
                <a:solidFill>
                  <a:schemeClr val="tx1"/>
                </a:solidFill>
                <a:sym typeface="Symbol" pitchFamily="2" charset="2"/>
              </a:rPr>
              <a:t>	</a:t>
            </a:r>
            <a:r>
              <a:rPr lang="en-US" b="0" baseline="-25000" dirty="0">
                <a:solidFill>
                  <a:schemeClr val="tx1"/>
                </a:solidFill>
              </a:rPr>
              <a:t>c	</a:t>
            </a:r>
            <a:r>
              <a:rPr lang="en-US" b="0" dirty="0">
                <a:solidFill>
                  <a:schemeClr val="tx1"/>
                </a:solidFill>
              </a:rPr>
              <a:t>=	conductive heat loss,</a:t>
            </a:r>
            <a:r>
              <a:rPr lang="en-US" b="0" i="1" dirty="0">
                <a:solidFill>
                  <a:schemeClr val="tx1"/>
                </a:solidFill>
              </a:rPr>
              <a:t> W </a:t>
            </a:r>
            <a:r>
              <a:rPr lang="en-US" b="0" dirty="0">
                <a:solidFill>
                  <a:schemeClr val="tx1"/>
                </a:solidFill>
              </a:rPr>
              <a:t>m</a:t>
            </a:r>
            <a:r>
              <a:rPr lang="en-US" b="0" baseline="30000" dirty="0">
                <a:solidFill>
                  <a:schemeClr val="tx1"/>
                </a:solidFill>
              </a:rPr>
              <a:t>‑2</a:t>
            </a:r>
            <a:endParaRPr lang="en-US" b="0" dirty="0">
              <a:solidFill>
                <a:schemeClr val="tx1"/>
              </a:solidFill>
            </a:endParaRPr>
          </a:p>
          <a:p>
            <a:endParaRPr lang="en-US" b="0" dirty="0">
              <a:solidFill>
                <a:schemeClr val="tx1"/>
              </a:solidFill>
              <a:latin typeface="+mn-lt"/>
            </a:endParaRPr>
          </a:p>
        </p:txBody>
      </p:sp>
      <p:sp>
        <p:nvSpPr>
          <p:cNvPr id="5" name="Slide Number Placeholder 4"/>
          <p:cNvSpPr>
            <a:spLocks noGrp="1"/>
          </p:cNvSpPr>
          <p:nvPr>
            <p:ph type="sldNum" sz="quarter" idx="11"/>
          </p:nvPr>
        </p:nvSpPr>
        <p:spPr/>
        <p:txBody>
          <a:bodyPr/>
          <a:lstStyle/>
          <a:p>
            <a:fld id="{9A257827-C34C-4251-B995-96C9C233CCC8}" type="slidenum">
              <a:rPr lang="en-US" smtClean="0"/>
              <a:pPr/>
              <a:t>10</a:t>
            </a:fld>
            <a:endParaRPr lang="en-US"/>
          </a:p>
        </p:txBody>
      </p:sp>
      <p:sp>
        <p:nvSpPr>
          <p:cNvPr id="4" name="TextBox 3">
            <a:extLst>
              <a:ext uri="{FF2B5EF4-FFF2-40B4-BE49-F238E27FC236}">
                <a16:creationId xmlns:a16="http://schemas.microsoft.com/office/drawing/2014/main" id="{BF74CC49-A4C7-484F-B89D-FC2EF94BBD87}"/>
              </a:ext>
            </a:extLst>
          </p:cNvPr>
          <p:cNvSpPr txBox="1"/>
          <p:nvPr/>
        </p:nvSpPr>
        <p:spPr>
          <a:xfrm>
            <a:off x="7090070" y="4232807"/>
            <a:ext cx="4642102" cy="338554"/>
          </a:xfrm>
          <a:prstGeom prst="rect">
            <a:avLst/>
          </a:prstGeom>
          <a:noFill/>
        </p:spPr>
        <p:txBody>
          <a:bodyPr wrap="square" rtlCol="0">
            <a:spAutoFit/>
          </a:bodyPr>
          <a:lstStyle/>
          <a:p>
            <a:pPr algn="ctr"/>
            <a:r>
              <a:rPr lang="en-US" sz="1600" dirty="0"/>
              <a:t>Source: CE-QUAL-W2 User’s Manual</a:t>
            </a:r>
          </a:p>
        </p:txBody>
      </p:sp>
      <p:pic>
        <p:nvPicPr>
          <p:cNvPr id="6" name="Picture 5">
            <a:extLst>
              <a:ext uri="{FF2B5EF4-FFF2-40B4-BE49-F238E27FC236}">
                <a16:creationId xmlns:a16="http://schemas.microsoft.com/office/drawing/2014/main" id="{88529110-4893-34B4-5A48-0FE51BF5BBA8}"/>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75414" y="1514876"/>
            <a:ext cx="4708845" cy="313923"/>
          </a:xfrm>
          <a:prstGeom prst="rect">
            <a:avLst/>
          </a:prstGeom>
          <a:noFill/>
          <a:ln>
            <a:noFill/>
          </a:ln>
        </p:spPr>
      </p:pic>
      <p:pic>
        <p:nvPicPr>
          <p:cNvPr id="7" name="Picture 6">
            <a:extLst>
              <a:ext uri="{FF2B5EF4-FFF2-40B4-BE49-F238E27FC236}">
                <a16:creationId xmlns:a16="http://schemas.microsoft.com/office/drawing/2014/main" id="{772C44FF-12E5-90A5-EEE6-E93685B2ED97}"/>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6985143" y="1145693"/>
            <a:ext cx="4851956" cy="3041457"/>
          </a:xfrm>
          <a:prstGeom prst="rect">
            <a:avLst/>
          </a:prstGeom>
          <a:solidFill>
            <a:schemeClr val="bg1"/>
          </a:solidFill>
          <a:ln w="3175">
            <a:solidFill>
              <a:schemeClr val="tx1"/>
            </a:solidFill>
          </a:ln>
        </p:spPr>
      </p:pic>
    </p:spTree>
    <p:extLst>
      <p:ext uri="{BB962C8B-B14F-4D97-AF65-F5344CB8AC3E}">
        <p14:creationId xmlns:p14="http://schemas.microsoft.com/office/powerpoint/2010/main" val="35213220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1767" y="257064"/>
            <a:ext cx="11176000" cy="584775"/>
          </a:xfrm>
          <a:noFill/>
          <a:ln w="9525">
            <a:noFill/>
            <a:miter lim="800000"/>
            <a:headEnd/>
            <a:tailEnd/>
          </a:ln>
        </p:spPr>
        <p:txBody>
          <a:bodyPr vert="horz" wrap="square" lIns="91440" tIns="45720" rIns="91440" bIns="45720" numCol="1" anchor="ctr" anchorCtr="0" compatLnSpc="1">
            <a:prstTxWarp prst="textNoShape">
              <a:avLst/>
            </a:prstTxWarp>
            <a:spAutoFit/>
          </a:bodyPr>
          <a:lstStyle/>
          <a:p>
            <a:r>
              <a:rPr lang="en-US" dirty="0">
                <a:solidFill>
                  <a:schemeClr val="tx1"/>
                </a:solidFill>
                <a:latin typeface="+mj-lt"/>
                <a:cs typeface="Times New Roman" panose="02020603050405020304" pitchFamily="18" charset="0"/>
              </a:rPr>
              <a:t>Short-Wave Solar Radiation</a:t>
            </a:r>
          </a:p>
        </p:txBody>
      </p:sp>
      <p:sp>
        <p:nvSpPr>
          <p:cNvPr id="3" name="Content Placeholder 2"/>
          <p:cNvSpPr>
            <a:spLocks noGrp="1"/>
          </p:cNvSpPr>
          <p:nvPr>
            <p:ph idx="1"/>
          </p:nvPr>
        </p:nvSpPr>
        <p:spPr>
          <a:xfrm>
            <a:off x="406400" y="955006"/>
            <a:ext cx="8352257" cy="5289755"/>
          </a:xfrm>
        </p:spPr>
        <p:txBody>
          <a:bodyPr/>
          <a:lstStyle/>
          <a:p>
            <a:pPr>
              <a:buClr>
                <a:schemeClr val="tx1"/>
              </a:buClr>
            </a:pPr>
            <a:r>
              <a:rPr lang="en-US" dirty="0">
                <a:solidFill>
                  <a:schemeClr val="tx1"/>
                </a:solidFill>
              </a:rPr>
              <a:t>Short-wave solar radiation is:</a:t>
            </a:r>
          </a:p>
          <a:p>
            <a:pPr marL="285750" indent="-285750">
              <a:buClr>
                <a:schemeClr val="tx1"/>
              </a:buClr>
              <a:buFont typeface="Arial" panose="020B0604020202020204" pitchFamily="34" charset="0"/>
              <a:buChar char="•"/>
            </a:pPr>
            <a:r>
              <a:rPr lang="en-US" b="0" dirty="0">
                <a:solidFill>
                  <a:schemeClr val="tx1"/>
                </a:solidFill>
              </a:rPr>
              <a:t>Measured directly by a pyranograph or another instrument and contained in a data file with units W/m</a:t>
            </a:r>
            <a:r>
              <a:rPr lang="en-US" b="0" baseline="30000" dirty="0">
                <a:solidFill>
                  <a:schemeClr val="tx1"/>
                </a:solidFill>
              </a:rPr>
              <a:t>2</a:t>
            </a:r>
          </a:p>
          <a:p>
            <a:pPr marL="742950" lvl="1" indent="-285750">
              <a:buClr>
                <a:schemeClr val="tx1"/>
              </a:buClr>
            </a:pPr>
            <a:r>
              <a:rPr lang="en-US" b="0" dirty="0">
                <a:solidFill>
                  <a:schemeClr val="tx1"/>
                </a:solidFill>
              </a:rPr>
              <a:t>Flawed because it is hard to know all the details of how the data was collected… Does it account for reflection? Is it really measuring all radiation including long-wave?</a:t>
            </a:r>
          </a:p>
          <a:p>
            <a:pPr marL="285750" indent="-285750">
              <a:buClr>
                <a:schemeClr val="tx1"/>
              </a:buClr>
              <a:buFont typeface="Arial" panose="020B0604020202020204" pitchFamily="34" charset="0"/>
              <a:buChar char="•"/>
            </a:pPr>
            <a:r>
              <a:rPr lang="en-US" b="0" dirty="0">
                <a:solidFill>
                  <a:schemeClr val="tx1"/>
                </a:solidFill>
              </a:rPr>
              <a:t>Computed based on sun angle, according to the following equation:</a:t>
            </a:r>
          </a:p>
          <a:p>
            <a:pPr>
              <a:buClr>
                <a:schemeClr val="tx1"/>
              </a:buClr>
            </a:pPr>
            <a:endParaRPr lang="en-US" b="0" dirty="0">
              <a:solidFill>
                <a:schemeClr val="tx1"/>
              </a:solidFill>
            </a:endParaRPr>
          </a:p>
          <a:p>
            <a:pPr>
              <a:buClr>
                <a:schemeClr val="tx1"/>
              </a:buClr>
            </a:pPr>
            <a:endParaRPr lang="en-US" b="0" dirty="0">
              <a:solidFill>
                <a:schemeClr val="tx1"/>
              </a:solidFill>
            </a:endParaRPr>
          </a:p>
          <a:p>
            <a:pPr marL="285750" indent="-285750">
              <a:buClr>
                <a:schemeClr val="tx1"/>
              </a:buClr>
              <a:buFont typeface="Arial" panose="020B0604020202020204" pitchFamily="34" charset="0"/>
              <a:buChar char="•"/>
            </a:pPr>
            <a:r>
              <a:rPr lang="en-US" b="0" dirty="0">
                <a:solidFill>
                  <a:schemeClr val="tx1"/>
                </a:solidFill>
              </a:rPr>
              <a:t>This is the EPA formulation based on empirical methods, which is similar to the Bird Clear Sky Model (https://www.nrel.gov/grid/solar-resource/clear-sky.html)</a:t>
            </a:r>
          </a:p>
          <a:p>
            <a:pPr marL="742950" lvl="1" indent="-285750">
              <a:buClr>
                <a:schemeClr val="tx1"/>
              </a:buClr>
            </a:pPr>
            <a:r>
              <a:rPr lang="en-US" b="0" dirty="0">
                <a:solidFill>
                  <a:schemeClr val="tx1"/>
                </a:solidFill>
              </a:rPr>
              <a:t>Calculates for radiation at sea-level. Elevation adjustments are made according to Annear and Wells 2007.</a:t>
            </a:r>
          </a:p>
          <a:p>
            <a:pPr marL="742950" lvl="1" indent="-285750">
              <a:buClr>
                <a:schemeClr val="tx1"/>
              </a:buClr>
            </a:pPr>
            <a:r>
              <a:rPr lang="en-US" b="0" dirty="0">
                <a:solidFill>
                  <a:schemeClr val="tx1"/>
                </a:solidFill>
              </a:rPr>
              <a:t>This equation is for clear day radiation, so we need to correct for cloud cover and shading from mountains or trees later. </a:t>
            </a:r>
          </a:p>
          <a:p>
            <a:pPr marL="742950" lvl="1" indent="-285750">
              <a:buClr>
                <a:schemeClr val="tx1"/>
              </a:buClr>
            </a:pPr>
            <a:r>
              <a:rPr lang="en-US" b="0" dirty="0">
                <a:solidFill>
                  <a:schemeClr val="tx1"/>
                </a:solidFill>
              </a:rPr>
              <a:t>Reflected short-wave atmospheric radiation is defined by the model user as a percentage.</a:t>
            </a:r>
            <a:endParaRPr lang="en-US" b="0" dirty="0">
              <a:solidFill>
                <a:schemeClr val="tx1"/>
              </a:solidFill>
              <a:latin typeface="+mn-lt"/>
            </a:endParaRPr>
          </a:p>
          <a:p>
            <a:endParaRPr lang="en-US" b="0" dirty="0">
              <a:solidFill>
                <a:schemeClr val="tx1"/>
              </a:solidFill>
              <a:latin typeface="+mn-lt"/>
            </a:endParaRPr>
          </a:p>
        </p:txBody>
      </p:sp>
      <p:sp>
        <p:nvSpPr>
          <p:cNvPr id="5" name="Slide Number Placeholder 4"/>
          <p:cNvSpPr>
            <a:spLocks noGrp="1"/>
          </p:cNvSpPr>
          <p:nvPr>
            <p:ph type="sldNum" sz="quarter" idx="11"/>
          </p:nvPr>
        </p:nvSpPr>
        <p:spPr/>
        <p:txBody>
          <a:bodyPr/>
          <a:lstStyle/>
          <a:p>
            <a:fld id="{9A257827-C34C-4251-B995-96C9C233CCC8}" type="slidenum">
              <a:rPr lang="en-US" smtClean="0"/>
              <a:pPr/>
              <a:t>11</a:t>
            </a:fld>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82D70F88-DA46-274A-382C-00CE2995D953}"/>
                  </a:ext>
                </a:extLst>
              </p:cNvPr>
              <p:cNvSpPr txBox="1"/>
              <p:nvPr/>
            </p:nvSpPr>
            <p:spPr>
              <a:xfrm>
                <a:off x="986972" y="3120904"/>
                <a:ext cx="7771685"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800" b="1" i="1">
                              <a:latin typeface="Cambria Math" panose="02040503050406030204" pitchFamily="18" charset="0"/>
                            </a:rPr>
                          </m:ctrlPr>
                        </m:sSubPr>
                        <m:e>
                          <m:r>
                            <a:rPr lang="en-US" sz="1800" b="1" i="1">
                              <a:latin typeface="Cambria Math" panose="02040503050406030204" pitchFamily="18" charset="0"/>
                            </a:rPr>
                            <m:t>𝝓</m:t>
                          </m:r>
                        </m:e>
                        <m:sub>
                          <m:r>
                            <a:rPr lang="en-US" sz="1800" b="1" i="1">
                              <a:latin typeface="Cambria Math" panose="02040503050406030204" pitchFamily="18" charset="0"/>
                            </a:rPr>
                            <m:t>𝒔</m:t>
                          </m:r>
                        </m:sub>
                      </m:sSub>
                      <m:r>
                        <a:rPr lang="en-US" sz="1800" b="1">
                          <a:latin typeface="Cambria Math" panose="02040503050406030204" pitchFamily="18" charset="0"/>
                        </a:rPr>
                        <m:t>=</m:t>
                      </m:r>
                      <m:r>
                        <a:rPr lang="en-US" sz="1800" b="1" i="1">
                          <a:latin typeface="Cambria Math" panose="02040503050406030204" pitchFamily="18" charset="0"/>
                        </a:rPr>
                        <m:t>𝟐𝟒</m:t>
                      </m:r>
                      <m:d>
                        <m:dPr>
                          <m:ctrlPr>
                            <a:rPr lang="en-US" sz="1800" b="1" i="1">
                              <a:latin typeface="Cambria Math" panose="02040503050406030204" pitchFamily="18" charset="0"/>
                            </a:rPr>
                          </m:ctrlPr>
                        </m:dPr>
                        <m:e>
                          <m:r>
                            <a:rPr lang="en-US" sz="1800" b="1" i="1">
                              <a:latin typeface="Cambria Math" panose="02040503050406030204" pitchFamily="18" charset="0"/>
                            </a:rPr>
                            <m:t>𝟐</m:t>
                          </m:r>
                          <m:r>
                            <a:rPr lang="en-US" sz="1800" b="1">
                              <a:latin typeface="Cambria Math" panose="02040503050406030204" pitchFamily="18" charset="0"/>
                            </a:rPr>
                            <m:t>.</m:t>
                          </m:r>
                          <m:r>
                            <a:rPr lang="en-US" sz="1800" b="1" i="1">
                              <a:latin typeface="Cambria Math" panose="02040503050406030204" pitchFamily="18" charset="0"/>
                            </a:rPr>
                            <m:t>𝟎𝟒𝟒</m:t>
                          </m:r>
                          <m:sSub>
                            <m:sSubPr>
                              <m:ctrlPr>
                                <a:rPr lang="en-US" sz="1800" b="1" i="1">
                                  <a:latin typeface="Cambria Math" panose="02040503050406030204" pitchFamily="18" charset="0"/>
                                </a:rPr>
                              </m:ctrlPr>
                            </m:sSubPr>
                            <m:e>
                              <m:r>
                                <a:rPr lang="en-US" sz="1800" b="1" i="1">
                                  <a:latin typeface="Cambria Math" panose="02040503050406030204" pitchFamily="18" charset="0"/>
                                </a:rPr>
                                <m:t>𝑨</m:t>
                              </m:r>
                            </m:e>
                            <m:sub>
                              <m:r>
                                <a:rPr lang="en-US" sz="1800" b="1" i="1">
                                  <a:latin typeface="Cambria Math" panose="02040503050406030204" pitchFamily="18" charset="0"/>
                                </a:rPr>
                                <m:t>𝒐</m:t>
                              </m:r>
                            </m:sub>
                          </m:sSub>
                          <m:r>
                            <a:rPr lang="en-US" sz="1800" b="1">
                              <a:latin typeface="Cambria Math" panose="02040503050406030204" pitchFamily="18" charset="0"/>
                            </a:rPr>
                            <m:t>+</m:t>
                          </m:r>
                          <m:r>
                            <a:rPr lang="en-US" sz="1800" b="1" i="1">
                              <a:latin typeface="Cambria Math" panose="02040503050406030204" pitchFamily="18" charset="0"/>
                            </a:rPr>
                            <m:t>𝟎</m:t>
                          </m:r>
                          <m:r>
                            <a:rPr lang="en-US" sz="1800" b="1">
                              <a:latin typeface="Cambria Math" panose="02040503050406030204" pitchFamily="18" charset="0"/>
                            </a:rPr>
                            <m:t>.</m:t>
                          </m:r>
                          <m:r>
                            <a:rPr lang="en-US" sz="1800" b="1" i="1">
                              <a:latin typeface="Cambria Math" panose="02040503050406030204" pitchFamily="18" charset="0"/>
                            </a:rPr>
                            <m:t>𝟏𝟐𝟗𝟔</m:t>
                          </m:r>
                          <m:sSubSup>
                            <m:sSubSupPr>
                              <m:ctrlPr>
                                <a:rPr lang="en-US" sz="1800" b="1" i="1">
                                  <a:latin typeface="Cambria Math" panose="02040503050406030204" pitchFamily="18" charset="0"/>
                                </a:rPr>
                              </m:ctrlPr>
                            </m:sSubSupPr>
                            <m:e>
                              <m:r>
                                <a:rPr lang="en-US" sz="1800" b="1" i="1">
                                  <a:latin typeface="Cambria Math" panose="02040503050406030204" pitchFamily="18" charset="0"/>
                                </a:rPr>
                                <m:t>𝑨</m:t>
                              </m:r>
                            </m:e>
                            <m:sub>
                              <m:r>
                                <a:rPr lang="en-US" sz="1800" b="1" i="1">
                                  <a:latin typeface="Cambria Math" panose="02040503050406030204" pitchFamily="18" charset="0"/>
                                </a:rPr>
                                <m:t>𝒐</m:t>
                              </m:r>
                            </m:sub>
                            <m:sup>
                              <m:r>
                                <a:rPr lang="en-US" sz="1800" b="1" i="1">
                                  <a:latin typeface="Cambria Math" panose="02040503050406030204" pitchFamily="18" charset="0"/>
                                </a:rPr>
                                <m:t>𝟐</m:t>
                              </m:r>
                            </m:sup>
                          </m:sSubSup>
                          <m:r>
                            <a:rPr lang="en-US" sz="1800" b="1" i="1">
                              <a:latin typeface="Cambria Math" panose="02040503050406030204" pitchFamily="18" charset="0"/>
                            </a:rPr>
                            <m:t>−</m:t>
                          </m:r>
                          <m:r>
                            <a:rPr lang="en-US" sz="1800" b="1" i="1">
                              <a:latin typeface="Cambria Math" panose="02040503050406030204" pitchFamily="18" charset="0"/>
                            </a:rPr>
                            <m:t>𝟏</m:t>
                          </m:r>
                          <m:r>
                            <a:rPr lang="en-US" sz="1800" b="1">
                              <a:latin typeface="Cambria Math" panose="02040503050406030204" pitchFamily="18" charset="0"/>
                            </a:rPr>
                            <m:t>.</m:t>
                          </m:r>
                          <m:r>
                            <a:rPr lang="en-US" sz="1800" b="1" i="1">
                              <a:latin typeface="Cambria Math" panose="02040503050406030204" pitchFamily="18" charset="0"/>
                            </a:rPr>
                            <m:t>𝟗𝟒𝟏</m:t>
                          </m:r>
                          <m:r>
                            <a:rPr lang="en-US" sz="1800" b="1" i="1">
                              <a:latin typeface="Cambria Math" panose="02040503050406030204" pitchFamily="18" charset="0"/>
                            </a:rPr>
                            <m:t>𝑬</m:t>
                          </m:r>
                          <m:r>
                            <a:rPr lang="en-US" sz="1800" b="1" i="1">
                              <a:latin typeface="Cambria Math" panose="02040503050406030204" pitchFamily="18" charset="0"/>
                            </a:rPr>
                            <m:t>−</m:t>
                          </m:r>
                          <m:r>
                            <a:rPr lang="en-US" sz="1800" b="1" i="1">
                              <a:latin typeface="Cambria Math" panose="02040503050406030204" pitchFamily="18" charset="0"/>
                            </a:rPr>
                            <m:t>𝟑</m:t>
                          </m:r>
                          <m:sSubSup>
                            <m:sSubSupPr>
                              <m:ctrlPr>
                                <a:rPr lang="en-US" sz="1800" b="1" i="1">
                                  <a:latin typeface="Cambria Math" panose="02040503050406030204" pitchFamily="18" charset="0"/>
                                </a:rPr>
                              </m:ctrlPr>
                            </m:sSubSupPr>
                            <m:e>
                              <m:r>
                                <a:rPr lang="en-US" sz="1800" b="1" i="1">
                                  <a:latin typeface="Cambria Math" panose="02040503050406030204" pitchFamily="18" charset="0"/>
                                </a:rPr>
                                <m:t>𝑨</m:t>
                              </m:r>
                            </m:e>
                            <m:sub>
                              <m:r>
                                <a:rPr lang="en-US" sz="1800" b="1" i="1">
                                  <a:latin typeface="Cambria Math" panose="02040503050406030204" pitchFamily="18" charset="0"/>
                                </a:rPr>
                                <m:t>𝒐</m:t>
                              </m:r>
                            </m:sub>
                            <m:sup>
                              <m:r>
                                <a:rPr lang="en-US" sz="1800" b="1" i="1">
                                  <a:latin typeface="Cambria Math" panose="02040503050406030204" pitchFamily="18" charset="0"/>
                                </a:rPr>
                                <m:t>𝟑</m:t>
                              </m:r>
                            </m:sup>
                          </m:sSubSup>
                          <m:r>
                            <a:rPr lang="en-US" sz="1800" b="1">
                              <a:latin typeface="Cambria Math" panose="02040503050406030204" pitchFamily="18" charset="0"/>
                            </a:rPr>
                            <m:t>+</m:t>
                          </m:r>
                          <m:r>
                            <a:rPr lang="en-US" sz="1800" b="1" i="1">
                              <a:latin typeface="Cambria Math" panose="02040503050406030204" pitchFamily="18" charset="0"/>
                            </a:rPr>
                            <m:t>𝟕</m:t>
                          </m:r>
                          <m:r>
                            <a:rPr lang="en-US" sz="1800" b="1">
                              <a:latin typeface="Cambria Math" panose="02040503050406030204" pitchFamily="18" charset="0"/>
                            </a:rPr>
                            <m:t>.</m:t>
                          </m:r>
                          <m:r>
                            <a:rPr lang="en-US" sz="1800" b="1" i="1">
                              <a:latin typeface="Cambria Math" panose="02040503050406030204" pitchFamily="18" charset="0"/>
                            </a:rPr>
                            <m:t>𝟓𝟗𝟏</m:t>
                          </m:r>
                          <m:r>
                            <a:rPr lang="en-US" sz="1800" b="1" i="1">
                              <a:latin typeface="Cambria Math" panose="02040503050406030204" pitchFamily="18" charset="0"/>
                            </a:rPr>
                            <m:t>𝑬</m:t>
                          </m:r>
                          <m:r>
                            <a:rPr lang="en-US" sz="1800" b="1" i="1">
                              <a:latin typeface="Cambria Math" panose="02040503050406030204" pitchFamily="18" charset="0"/>
                            </a:rPr>
                            <m:t>−</m:t>
                          </m:r>
                          <m:r>
                            <a:rPr lang="en-US" sz="1800" b="1" i="1">
                              <a:latin typeface="Cambria Math" panose="02040503050406030204" pitchFamily="18" charset="0"/>
                            </a:rPr>
                            <m:t>𝟔</m:t>
                          </m:r>
                          <m:sSubSup>
                            <m:sSubSupPr>
                              <m:ctrlPr>
                                <a:rPr lang="en-US" sz="1800" b="1" i="1">
                                  <a:latin typeface="Cambria Math" panose="02040503050406030204" pitchFamily="18" charset="0"/>
                                </a:rPr>
                              </m:ctrlPr>
                            </m:sSubSupPr>
                            <m:e>
                              <m:r>
                                <a:rPr lang="en-US" sz="1800" b="1" i="1">
                                  <a:latin typeface="Cambria Math" panose="02040503050406030204" pitchFamily="18" charset="0"/>
                                </a:rPr>
                                <m:t>𝑨</m:t>
                              </m:r>
                            </m:e>
                            <m:sub>
                              <m:r>
                                <a:rPr lang="en-US" sz="1800" b="1" i="1">
                                  <a:latin typeface="Cambria Math" panose="02040503050406030204" pitchFamily="18" charset="0"/>
                                </a:rPr>
                                <m:t>𝒐</m:t>
                              </m:r>
                            </m:sub>
                            <m:sup>
                              <m:r>
                                <a:rPr lang="en-US" sz="1800" b="1" i="1">
                                  <a:latin typeface="Cambria Math" panose="02040503050406030204" pitchFamily="18" charset="0"/>
                                </a:rPr>
                                <m:t>𝟒</m:t>
                              </m:r>
                            </m:sup>
                          </m:sSubSup>
                        </m:e>
                      </m:d>
                      <m:r>
                        <m:rPr>
                          <m:nor/>
                        </m:rPr>
                        <a:rPr lang="en-US" sz="1800" b="1" i="1">
                          <a:latin typeface="+mn-lt"/>
                        </a:rPr>
                        <m:t>∗</m:t>
                      </m:r>
                      <m:r>
                        <m:rPr>
                          <m:nor/>
                        </m:rPr>
                        <a:rPr lang="en-US" sz="1800" b="1" i="0" smtClean="0">
                          <a:latin typeface="+mn-lt"/>
                        </a:rPr>
                        <m:t> </m:t>
                      </m:r>
                      <m:r>
                        <m:rPr>
                          <m:nor/>
                        </m:rPr>
                        <a:rPr lang="en-US" sz="1800" b="1">
                          <a:latin typeface="+mn-lt"/>
                        </a:rPr>
                        <m:t>0.1314</m:t>
                      </m:r>
                    </m:oMath>
                  </m:oMathPara>
                </a14:m>
                <a:endParaRPr lang="en-US" sz="1800" b="1" dirty="0">
                  <a:latin typeface="+mn-lt"/>
                </a:endParaRPr>
              </a:p>
            </p:txBody>
          </p:sp>
        </mc:Choice>
        <mc:Fallback xmlns="">
          <p:sp>
            <p:nvSpPr>
              <p:cNvPr id="12" name="TextBox 11">
                <a:extLst>
                  <a:ext uri="{FF2B5EF4-FFF2-40B4-BE49-F238E27FC236}">
                    <a16:creationId xmlns:a16="http://schemas.microsoft.com/office/drawing/2014/main" id="{82D70F88-DA46-274A-382C-00CE2995D953}"/>
                  </a:ext>
                </a:extLst>
              </p:cNvPr>
              <p:cNvSpPr txBox="1">
                <a:spLocks noRot="1" noChangeAspect="1" noMove="1" noResize="1" noEditPoints="1" noAdjustHandles="1" noChangeArrowheads="1" noChangeShapeType="1" noTextEdit="1"/>
              </p:cNvSpPr>
              <p:nvPr/>
            </p:nvSpPr>
            <p:spPr>
              <a:xfrm>
                <a:off x="986972" y="3120904"/>
                <a:ext cx="7771685" cy="404983"/>
              </a:xfrm>
              <a:prstGeom prst="rect">
                <a:avLst/>
              </a:prstGeom>
              <a:blipFill>
                <a:blip r:embed="rId2"/>
                <a:stretch>
                  <a:fillRect b="-12121"/>
                </a:stretch>
              </a:blipFill>
            </p:spPr>
            <p:txBody>
              <a:bodyPr/>
              <a:lstStyle/>
              <a:p>
                <a:r>
                  <a:rPr lang="en-US">
                    <a:noFill/>
                  </a:rPr>
                  <a:t> </a:t>
                </a:r>
              </a:p>
            </p:txBody>
          </p:sp>
        </mc:Fallback>
      </mc:AlternateContent>
      <p:sp>
        <p:nvSpPr>
          <p:cNvPr id="13" name="Content Placeholder 2">
            <a:extLst>
              <a:ext uri="{FF2B5EF4-FFF2-40B4-BE49-F238E27FC236}">
                <a16:creationId xmlns:a16="http://schemas.microsoft.com/office/drawing/2014/main" id="{99B333CC-643D-727F-A31B-25D177E2E9D3}"/>
              </a:ext>
            </a:extLst>
          </p:cNvPr>
          <p:cNvSpPr txBox="1">
            <a:spLocks/>
          </p:cNvSpPr>
          <p:nvPr/>
        </p:nvSpPr>
        <p:spPr bwMode="auto">
          <a:xfrm>
            <a:off x="8969794" y="952677"/>
            <a:ext cx="2612606" cy="4480715"/>
          </a:xfrm>
          <a:prstGeom prst="rect">
            <a:avLst/>
          </a:prstGeom>
          <a:noFill/>
          <a:ln w="9525">
            <a:noFill/>
            <a:miter lim="800000"/>
            <a:headEnd/>
            <a:tailEnd/>
          </a:ln>
        </p:spPr>
        <p:txBody>
          <a:bodyPr vert="horz" wrap="square" lIns="91440" tIns="45720" rIns="91440" bIns="45720" numCol="1" anchor="t" anchorCtr="0" compatLnSpc="1">
            <a:prstTxWarp prst="textNoShape">
              <a:avLst/>
            </a:prstTxWarp>
            <a:spAutoFit/>
          </a:bodyPr>
          <a:lstStyle>
            <a:lvl1pPr marL="0" indent="0" algn="l" rtl="0" eaLnBrk="1" fontAlgn="base" hangingPunct="1">
              <a:spcBef>
                <a:spcPts val="225"/>
              </a:spcBef>
              <a:spcAft>
                <a:spcPct val="0"/>
              </a:spcAft>
              <a:buClr>
                <a:srgbClr val="FF0000"/>
              </a:buClr>
              <a:buFont typeface="Wingdings" panose="05000000000000000000" pitchFamily="2" charset="2"/>
              <a:buNone/>
              <a:defRPr sz="1800" b="1" kern="1200">
                <a:solidFill>
                  <a:schemeClr val="tx1">
                    <a:lumMod val="75000"/>
                    <a:lumOff val="25000"/>
                  </a:schemeClr>
                </a:solidFill>
                <a:latin typeface="Arial" pitchFamily="34" charset="0"/>
                <a:ea typeface="ＭＳ Ｐゴシック" charset="0"/>
                <a:cs typeface="Arial" pitchFamily="34" charset="0"/>
              </a:defRPr>
            </a:lvl1pPr>
            <a:lvl2pPr marL="571500" indent="-214313" algn="l" rtl="0" eaLnBrk="1" fontAlgn="base" hangingPunct="1">
              <a:spcBef>
                <a:spcPts val="225"/>
              </a:spcBef>
              <a:spcAft>
                <a:spcPct val="0"/>
              </a:spcAft>
              <a:buClr>
                <a:srgbClr val="FF0000"/>
              </a:buClr>
              <a:buFont typeface="Arial" pitchFamily="34" charset="0"/>
              <a:buChar char="•"/>
              <a:defRPr sz="1800" b="1" kern="1200">
                <a:solidFill>
                  <a:schemeClr val="tx1">
                    <a:lumMod val="75000"/>
                    <a:lumOff val="25000"/>
                  </a:schemeClr>
                </a:solidFill>
                <a:latin typeface="Arial" pitchFamily="34" charset="0"/>
                <a:ea typeface="Arial" charset="0"/>
                <a:cs typeface="Arial" pitchFamily="34" charset="0"/>
              </a:defRPr>
            </a:lvl2pPr>
            <a:lvl3pPr marL="860425" indent="-171450" algn="l" rtl="0" eaLnBrk="1" fontAlgn="base" hangingPunct="1">
              <a:spcBef>
                <a:spcPts val="225"/>
              </a:spcBef>
              <a:spcAft>
                <a:spcPct val="0"/>
              </a:spcAft>
              <a:buClr>
                <a:srgbClr val="FF0000"/>
              </a:buClr>
              <a:buSzPct val="70000"/>
              <a:buFont typeface="Arial" panose="020B0604020202020204" pitchFamily="34" charset="0"/>
              <a:buChar char="►"/>
              <a:defRPr sz="1500" b="1" kern="1200">
                <a:solidFill>
                  <a:schemeClr val="tx1">
                    <a:lumMod val="75000"/>
                    <a:lumOff val="25000"/>
                  </a:schemeClr>
                </a:solidFill>
                <a:latin typeface="Arial" pitchFamily="34" charset="0"/>
                <a:ea typeface="Arial" charset="0"/>
                <a:cs typeface="Arial" pitchFamily="34" charset="0"/>
              </a:defRPr>
            </a:lvl3pPr>
            <a:lvl4pPr marL="1143000" indent="-171450" algn="l" rtl="0" eaLnBrk="1" fontAlgn="base" hangingPunct="1">
              <a:spcBef>
                <a:spcPts val="225"/>
              </a:spcBef>
              <a:spcAft>
                <a:spcPct val="0"/>
              </a:spcAft>
              <a:buFont typeface="Arial" pitchFamily="34" charset="0"/>
              <a:buChar char="–"/>
              <a:defRPr sz="1500" b="1" kern="1200">
                <a:solidFill>
                  <a:schemeClr val="tx1">
                    <a:lumMod val="75000"/>
                    <a:lumOff val="25000"/>
                  </a:schemeClr>
                </a:solidFill>
                <a:latin typeface="Arial" pitchFamily="34" charset="0"/>
                <a:ea typeface="Arial" charset="0"/>
                <a:cs typeface="Arial" pitchFamily="34" charset="0"/>
              </a:defRPr>
            </a:lvl4pPr>
            <a:lvl5pPr marL="1371600" indent="-171450" algn="l" rtl="0" eaLnBrk="1" fontAlgn="base" hangingPunct="1">
              <a:spcBef>
                <a:spcPts val="225"/>
              </a:spcBef>
              <a:spcAft>
                <a:spcPct val="0"/>
              </a:spcAft>
              <a:buFont typeface="Arial" pitchFamily="34" charset="0"/>
              <a:buChar char="»"/>
              <a:defRPr sz="1500" b="1" kern="1200">
                <a:solidFill>
                  <a:schemeClr val="tx1">
                    <a:lumMod val="75000"/>
                    <a:lumOff val="25000"/>
                  </a:schemeClr>
                </a:solidFill>
                <a:latin typeface="Arial" pitchFamily="34" charset="0"/>
                <a:ea typeface="Arial" charset="0"/>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US" dirty="0">
                <a:solidFill>
                  <a:schemeClr val="tx1"/>
                </a:solidFill>
                <a:latin typeface="+mn-lt"/>
              </a:rPr>
              <a:t>Terms:</a:t>
            </a:r>
          </a:p>
          <a:p>
            <a:pPr marL="285750" indent="-285750">
              <a:buClr>
                <a:schemeClr val="tx1"/>
              </a:buClr>
              <a:buFont typeface="Arial" panose="020B0604020202020204" pitchFamily="34" charset="0"/>
              <a:buChar char="•"/>
            </a:pPr>
            <a:r>
              <a:rPr lang="en-US" b="0" dirty="0">
                <a:solidFill>
                  <a:schemeClr val="tx1"/>
                </a:solidFill>
              </a:rPr>
              <a:t>Solar Altitude (</a:t>
            </a:r>
            <a:r>
              <a:rPr lang="en-US" b="0" dirty="0" err="1">
                <a:solidFill>
                  <a:schemeClr val="tx1"/>
                </a:solidFill>
              </a:rPr>
              <a:t>A</a:t>
            </a:r>
            <a:r>
              <a:rPr lang="en-US" b="0" baseline="-25000" dirty="0" err="1">
                <a:solidFill>
                  <a:schemeClr val="tx1"/>
                </a:solidFill>
              </a:rPr>
              <a:t>o</a:t>
            </a:r>
            <a:r>
              <a:rPr lang="en-US" b="0" dirty="0">
                <a:solidFill>
                  <a:schemeClr val="tx1"/>
                </a:solidFill>
              </a:rPr>
              <a:t>)</a:t>
            </a:r>
          </a:p>
          <a:p>
            <a:pPr marL="285750" indent="-285750">
              <a:buClr>
                <a:schemeClr val="tx1"/>
              </a:buClr>
              <a:buFont typeface="Arial" panose="020B0604020202020204" pitchFamily="34" charset="0"/>
              <a:buChar char="•"/>
            </a:pPr>
            <a:r>
              <a:rPr lang="en-US" b="0" dirty="0">
                <a:solidFill>
                  <a:schemeClr val="tx1"/>
                </a:solidFill>
              </a:rPr>
              <a:t>Local Hour Angle (H)</a:t>
            </a:r>
          </a:p>
          <a:p>
            <a:pPr marL="285750" indent="-285750">
              <a:buClr>
                <a:schemeClr val="tx1"/>
              </a:buClr>
              <a:buFont typeface="Arial" panose="020B0604020202020204" pitchFamily="34" charset="0"/>
              <a:buChar char="•"/>
            </a:pPr>
            <a:r>
              <a:rPr lang="en-US" b="0" dirty="0">
                <a:solidFill>
                  <a:schemeClr val="tx1"/>
                </a:solidFill>
              </a:rPr>
              <a:t>Equation of time – difference between true solar time and mean solar time (EQT)</a:t>
            </a:r>
          </a:p>
          <a:p>
            <a:pPr marL="285750" indent="-285750">
              <a:buClr>
                <a:schemeClr val="tx1"/>
              </a:buClr>
              <a:buFont typeface="Arial" panose="020B0604020202020204" pitchFamily="34" charset="0"/>
              <a:buChar char="•"/>
            </a:pPr>
            <a:r>
              <a:rPr lang="en-US" b="0" dirty="0">
                <a:solidFill>
                  <a:schemeClr val="tx1"/>
                </a:solidFill>
              </a:rPr>
              <a:t>Local hour and latitude/longitude terms</a:t>
            </a:r>
          </a:p>
          <a:p>
            <a:pPr marL="285750" indent="-285750">
              <a:buClr>
                <a:schemeClr val="tx1"/>
              </a:buClr>
              <a:buFont typeface="Arial" panose="020B0604020202020204" pitchFamily="34" charset="0"/>
              <a:buChar char="•"/>
            </a:pPr>
            <a:r>
              <a:rPr lang="en-US" b="0" dirty="0">
                <a:solidFill>
                  <a:schemeClr val="tx1"/>
                </a:solidFill>
              </a:rPr>
              <a:t>Solar Declination Angle (</a:t>
            </a:r>
            <a:r>
              <a:rPr lang="en-US" b="0" dirty="0" err="1">
                <a:solidFill>
                  <a:schemeClr val="tx1"/>
                </a:solidFill>
              </a:rPr>
              <a:t>δ</a:t>
            </a:r>
            <a:r>
              <a:rPr lang="en-US" b="0" dirty="0">
                <a:solidFill>
                  <a:schemeClr val="tx1"/>
                </a:solidFill>
              </a:rPr>
              <a:t>)</a:t>
            </a:r>
          </a:p>
          <a:p>
            <a:pPr marL="285750" indent="-285750">
              <a:buClr>
                <a:schemeClr val="tx1"/>
              </a:buClr>
              <a:buFont typeface="Arial" panose="020B0604020202020204" pitchFamily="34" charset="0"/>
              <a:buChar char="•"/>
            </a:pPr>
            <a:r>
              <a:rPr lang="en-US" b="0" dirty="0">
                <a:solidFill>
                  <a:schemeClr val="tx1"/>
                </a:solidFill>
              </a:rPr>
              <a:t>Angular Fraction of the Year (</a:t>
            </a:r>
            <a:r>
              <a:rPr lang="en-US" b="0" dirty="0" err="1">
                <a:solidFill>
                  <a:schemeClr val="tx1"/>
                </a:solidFill>
              </a:rPr>
              <a:t>τ</a:t>
            </a:r>
            <a:r>
              <a:rPr lang="en-US" b="0" baseline="-25000" dirty="0" err="1">
                <a:solidFill>
                  <a:schemeClr val="tx1"/>
                </a:solidFill>
              </a:rPr>
              <a:t>d</a:t>
            </a:r>
            <a:r>
              <a:rPr lang="en-US" b="0" dirty="0">
                <a:solidFill>
                  <a:schemeClr val="tx1"/>
                </a:solidFill>
              </a:rPr>
              <a:t>)</a:t>
            </a:r>
            <a:endParaRPr lang="en-US" b="0" dirty="0">
              <a:solidFill>
                <a:schemeClr val="tx1"/>
              </a:solidFill>
              <a:latin typeface="+mn-lt"/>
            </a:endParaRPr>
          </a:p>
        </p:txBody>
      </p:sp>
      <p:sp>
        <p:nvSpPr>
          <p:cNvPr id="14" name="TextBox 13">
            <a:extLst>
              <a:ext uri="{FF2B5EF4-FFF2-40B4-BE49-F238E27FC236}">
                <a16:creationId xmlns:a16="http://schemas.microsoft.com/office/drawing/2014/main" id="{03D86F3A-BD80-F869-EC37-0D6D84022779}"/>
              </a:ext>
            </a:extLst>
          </p:cNvPr>
          <p:cNvSpPr txBox="1"/>
          <p:nvPr/>
        </p:nvSpPr>
        <p:spPr>
          <a:xfrm>
            <a:off x="8969794" y="5576993"/>
            <a:ext cx="2612606" cy="584775"/>
          </a:xfrm>
          <a:prstGeom prst="rect">
            <a:avLst/>
          </a:prstGeom>
          <a:noFill/>
        </p:spPr>
        <p:txBody>
          <a:bodyPr wrap="square" rtlCol="0">
            <a:spAutoFit/>
          </a:bodyPr>
          <a:lstStyle/>
          <a:p>
            <a:pPr algn="ctr"/>
            <a:r>
              <a:rPr lang="en-US" sz="1600" dirty="0"/>
              <a:t>Source: CE-QUAL-W2 User’s Manual, Chapter 4</a:t>
            </a:r>
          </a:p>
        </p:txBody>
      </p:sp>
    </p:spTree>
    <p:extLst>
      <p:ext uri="{BB962C8B-B14F-4D97-AF65-F5344CB8AC3E}">
        <p14:creationId xmlns:p14="http://schemas.microsoft.com/office/powerpoint/2010/main" val="10778261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1767" y="257064"/>
            <a:ext cx="11176000" cy="584775"/>
          </a:xfrm>
          <a:noFill/>
          <a:ln w="9525">
            <a:noFill/>
            <a:miter lim="800000"/>
            <a:headEnd/>
            <a:tailEnd/>
          </a:ln>
        </p:spPr>
        <p:txBody>
          <a:bodyPr vert="horz" wrap="square" lIns="91440" tIns="45720" rIns="91440" bIns="45720" numCol="1" anchor="ctr" anchorCtr="0" compatLnSpc="1">
            <a:prstTxWarp prst="textNoShape">
              <a:avLst/>
            </a:prstTxWarp>
            <a:spAutoFit/>
          </a:bodyPr>
          <a:lstStyle/>
          <a:p>
            <a:r>
              <a:rPr lang="en-US" dirty="0">
                <a:solidFill>
                  <a:schemeClr val="tx1"/>
                </a:solidFill>
                <a:latin typeface="+mj-lt"/>
                <a:cs typeface="Times New Roman" panose="02020603050405020304" pitchFamily="18" charset="0"/>
              </a:rPr>
              <a:t>Shading</a:t>
            </a:r>
          </a:p>
        </p:txBody>
      </p:sp>
      <p:sp>
        <p:nvSpPr>
          <p:cNvPr id="3" name="Content Placeholder 2"/>
          <p:cNvSpPr>
            <a:spLocks noGrp="1"/>
          </p:cNvSpPr>
          <p:nvPr>
            <p:ph idx="1"/>
          </p:nvPr>
        </p:nvSpPr>
        <p:spPr>
          <a:xfrm>
            <a:off x="406401" y="1008014"/>
            <a:ext cx="5689600" cy="4220809"/>
          </a:xfrm>
        </p:spPr>
        <p:txBody>
          <a:bodyPr/>
          <a:lstStyle/>
          <a:p>
            <a:pPr marL="342900" indent="-342900">
              <a:buClr>
                <a:schemeClr val="tx1"/>
              </a:buClr>
              <a:buFont typeface="Arial" panose="020B0604020202020204" pitchFamily="34" charset="0"/>
              <a:buChar char="•"/>
            </a:pPr>
            <a:r>
              <a:rPr lang="en-US" sz="2000" b="0" dirty="0">
                <a:solidFill>
                  <a:schemeClr val="tx1"/>
                </a:solidFill>
                <a:latin typeface="+mn-lt"/>
              </a:rPr>
              <a:t>Shading of the waterbody can occur from cloud cover or nearby physical features, such as trees, mountains, or buildings.</a:t>
            </a:r>
          </a:p>
          <a:p>
            <a:pPr marL="342900" indent="-342900">
              <a:buClr>
                <a:schemeClr val="tx1"/>
              </a:buClr>
              <a:buFont typeface="Arial" panose="020B0604020202020204" pitchFamily="34" charset="0"/>
              <a:buChar char="•"/>
            </a:pPr>
            <a:r>
              <a:rPr lang="en-US" sz="2000" b="0" dirty="0">
                <a:solidFill>
                  <a:schemeClr val="tx1"/>
                </a:solidFill>
                <a:latin typeface="+mn-lt"/>
              </a:rPr>
              <a:t>The CE-QUAL-W2 model uses the following equation:</a:t>
            </a:r>
          </a:p>
          <a:p>
            <a:pPr>
              <a:buClr>
                <a:schemeClr val="tx1"/>
              </a:buClr>
            </a:pPr>
            <a:endParaRPr lang="en-US" sz="2000" b="0" dirty="0">
              <a:solidFill>
                <a:schemeClr val="tx1"/>
              </a:solidFill>
              <a:latin typeface="+mn-lt"/>
            </a:endParaRPr>
          </a:p>
          <a:p>
            <a:pPr>
              <a:buClr>
                <a:schemeClr val="tx1"/>
              </a:buClr>
            </a:pPr>
            <a:endParaRPr lang="en-US" sz="2000" b="0" dirty="0">
              <a:solidFill>
                <a:schemeClr val="tx1"/>
              </a:solidFill>
              <a:latin typeface="+mn-lt"/>
            </a:endParaRPr>
          </a:p>
          <a:p>
            <a:pPr marL="342900" indent="-342900">
              <a:buClr>
                <a:schemeClr val="tx1"/>
              </a:buClr>
              <a:buFont typeface="Arial" panose="020B0604020202020204" pitchFamily="34" charset="0"/>
              <a:buChar char="•"/>
            </a:pPr>
            <a:r>
              <a:rPr lang="en-US" sz="2000" b="0" dirty="0">
                <a:solidFill>
                  <a:schemeClr val="tx1"/>
                </a:solidFill>
                <a:latin typeface="+mn-lt"/>
              </a:rPr>
              <a:t>Where C is defined in the </a:t>
            </a:r>
            <a:r>
              <a:rPr lang="en-US" sz="2000" b="0" dirty="0" err="1">
                <a:solidFill>
                  <a:schemeClr val="tx1"/>
                </a:solidFill>
                <a:latin typeface="+mn-lt"/>
              </a:rPr>
              <a:t>met.npt</a:t>
            </a:r>
            <a:r>
              <a:rPr lang="en-US" sz="2000" b="0" dirty="0">
                <a:solidFill>
                  <a:schemeClr val="tx1"/>
                </a:solidFill>
                <a:latin typeface="+mn-lt"/>
              </a:rPr>
              <a:t> file as ‘cloud’.</a:t>
            </a:r>
          </a:p>
          <a:p>
            <a:pPr marL="342900" indent="-342900">
              <a:buClr>
                <a:schemeClr val="tx1"/>
              </a:buClr>
              <a:buFont typeface="Arial" panose="020B0604020202020204" pitchFamily="34" charset="0"/>
              <a:buChar char="•"/>
            </a:pPr>
            <a:r>
              <a:rPr lang="en-US" sz="2000" b="0" dirty="0">
                <a:solidFill>
                  <a:schemeClr val="tx1"/>
                </a:solidFill>
                <a:latin typeface="+mn-lt"/>
              </a:rPr>
              <a:t>Shading from physical features on the ground is defined in the </a:t>
            </a:r>
            <a:r>
              <a:rPr lang="en-US" sz="2000" b="0" dirty="0" err="1">
                <a:solidFill>
                  <a:schemeClr val="tx1"/>
                </a:solidFill>
                <a:latin typeface="+mn-lt"/>
              </a:rPr>
              <a:t>shade.npt</a:t>
            </a:r>
            <a:r>
              <a:rPr lang="en-US" sz="2000" b="0" dirty="0">
                <a:solidFill>
                  <a:schemeClr val="tx1"/>
                </a:solidFill>
                <a:latin typeface="+mn-lt"/>
              </a:rPr>
              <a:t> file as ‘</a:t>
            </a:r>
            <a:r>
              <a:rPr lang="en-US" sz="2000" b="0" dirty="0" err="1">
                <a:solidFill>
                  <a:schemeClr val="tx1"/>
                </a:solidFill>
                <a:latin typeface="+mn-lt"/>
              </a:rPr>
              <a:t>dynshade</a:t>
            </a:r>
            <a:r>
              <a:rPr lang="en-US" sz="2000" b="0" dirty="0">
                <a:solidFill>
                  <a:schemeClr val="tx1"/>
                </a:solidFill>
                <a:latin typeface="+mn-lt"/>
              </a:rPr>
              <a:t>’. </a:t>
            </a:r>
          </a:p>
          <a:p>
            <a:endParaRPr lang="en-US" sz="2000" b="0" dirty="0">
              <a:solidFill>
                <a:schemeClr val="tx1"/>
              </a:solidFill>
              <a:latin typeface="+mn-lt"/>
            </a:endParaRPr>
          </a:p>
          <a:p>
            <a:endParaRPr lang="en-US" sz="2000" b="0" dirty="0">
              <a:solidFill>
                <a:schemeClr val="tx1"/>
              </a:solidFill>
              <a:latin typeface="+mn-lt"/>
            </a:endParaRPr>
          </a:p>
          <a:p>
            <a:endParaRPr lang="en-US" sz="2000" b="0" dirty="0">
              <a:solidFill>
                <a:schemeClr val="tx1"/>
              </a:solidFill>
              <a:latin typeface="+mn-lt"/>
            </a:endParaRPr>
          </a:p>
        </p:txBody>
      </p:sp>
      <p:sp>
        <p:nvSpPr>
          <p:cNvPr id="5" name="Slide Number Placeholder 4"/>
          <p:cNvSpPr>
            <a:spLocks noGrp="1"/>
          </p:cNvSpPr>
          <p:nvPr>
            <p:ph type="sldNum" sz="quarter" idx="11"/>
          </p:nvPr>
        </p:nvSpPr>
        <p:spPr/>
        <p:txBody>
          <a:bodyPr/>
          <a:lstStyle/>
          <a:p>
            <a:fld id="{9A257827-C34C-4251-B995-96C9C233CCC8}" type="slidenum">
              <a:rPr lang="en-US" smtClean="0"/>
              <a:pPr/>
              <a:t>12</a:t>
            </a:fld>
            <a:endParaRPr lang="en-US"/>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88C98B4A-7C59-A7B5-44FD-360C842A0C8C}"/>
                  </a:ext>
                </a:extLst>
              </p:cNvPr>
              <p:cNvSpPr txBox="1"/>
              <p:nvPr/>
            </p:nvSpPr>
            <p:spPr>
              <a:xfrm>
                <a:off x="986972" y="2689734"/>
                <a:ext cx="3919879" cy="4423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000" b="1" i="1">
                              <a:latin typeface="Cambria Math" panose="02040503050406030204" pitchFamily="18" charset="0"/>
                            </a:rPr>
                          </m:ctrlPr>
                        </m:sSubPr>
                        <m:e>
                          <m:r>
                            <a:rPr lang="en-US" sz="2000" b="1" i="1">
                              <a:latin typeface="Cambria Math" panose="02040503050406030204" pitchFamily="18" charset="0"/>
                            </a:rPr>
                            <m:t>𝝓</m:t>
                          </m:r>
                        </m:e>
                        <m:sub>
                          <m:r>
                            <a:rPr lang="en-US" sz="2000" b="1" i="1">
                              <a:latin typeface="Cambria Math" panose="02040503050406030204" pitchFamily="18" charset="0"/>
                            </a:rPr>
                            <m:t>𝒔</m:t>
                          </m:r>
                          <m:r>
                            <a:rPr lang="en-US" sz="2000" b="1">
                              <a:latin typeface="Cambria Math" panose="02040503050406030204" pitchFamily="18" charset="0"/>
                            </a:rPr>
                            <m:t>_</m:t>
                          </m:r>
                          <m:r>
                            <a:rPr lang="en-US" sz="2000" b="1" i="1">
                              <a:latin typeface="Cambria Math" panose="02040503050406030204" pitchFamily="18" charset="0"/>
                            </a:rPr>
                            <m:t>𝒏𝒆𝒕</m:t>
                          </m:r>
                        </m:sub>
                      </m:sSub>
                      <m:r>
                        <a:rPr lang="en-US" sz="2000" b="1">
                          <a:latin typeface="Cambria Math" panose="02040503050406030204" pitchFamily="18" charset="0"/>
                        </a:rPr>
                        <m:t>=</m:t>
                      </m:r>
                      <m:sSub>
                        <m:sSubPr>
                          <m:ctrlPr>
                            <a:rPr lang="en-US" sz="2000" b="1" i="1">
                              <a:latin typeface="Cambria Math" panose="02040503050406030204" pitchFamily="18" charset="0"/>
                            </a:rPr>
                          </m:ctrlPr>
                        </m:sSubPr>
                        <m:e>
                          <m:r>
                            <a:rPr lang="en-US" sz="2000" b="1" i="1">
                              <a:latin typeface="Cambria Math" panose="02040503050406030204" pitchFamily="18" charset="0"/>
                            </a:rPr>
                            <m:t>𝝓</m:t>
                          </m:r>
                        </m:e>
                        <m:sub>
                          <m:r>
                            <a:rPr lang="en-US" sz="2000" b="1" i="1">
                              <a:latin typeface="Cambria Math" panose="02040503050406030204" pitchFamily="18" charset="0"/>
                            </a:rPr>
                            <m:t>𝒔</m:t>
                          </m:r>
                          <m:r>
                            <a:rPr lang="en-US" sz="2000" b="1">
                              <a:latin typeface="Cambria Math" panose="02040503050406030204" pitchFamily="18" charset="0"/>
                            </a:rPr>
                            <m:t>_</m:t>
                          </m:r>
                          <m:r>
                            <a:rPr lang="en-US" sz="2000" b="1" i="1">
                              <a:latin typeface="Cambria Math" panose="02040503050406030204" pitchFamily="18" charset="0"/>
                            </a:rPr>
                            <m:t>𝒄𝒍𝒆𝒂𝒓𝒔𝒌𝒚</m:t>
                          </m:r>
                        </m:sub>
                      </m:sSub>
                      <m:r>
                        <a:rPr lang="en-US" sz="2000" b="1">
                          <a:latin typeface="Cambria Math" panose="02040503050406030204" pitchFamily="18" charset="0"/>
                        </a:rPr>
                        <m:t>(</m:t>
                      </m:r>
                      <m:r>
                        <a:rPr lang="en-US" sz="2000" b="1" i="1">
                          <a:latin typeface="Cambria Math" panose="02040503050406030204" pitchFamily="18" charset="0"/>
                        </a:rPr>
                        <m:t>𝟏</m:t>
                      </m:r>
                      <m:r>
                        <a:rPr lang="en-US" sz="2000" b="1" i="1">
                          <a:latin typeface="Cambria Math" panose="02040503050406030204" pitchFamily="18" charset="0"/>
                        </a:rPr>
                        <m:t>−</m:t>
                      </m:r>
                      <m:r>
                        <a:rPr lang="en-US" sz="2000" b="1" i="1">
                          <a:latin typeface="Cambria Math" panose="02040503050406030204" pitchFamily="18" charset="0"/>
                        </a:rPr>
                        <m:t>𝟎</m:t>
                      </m:r>
                      <m:r>
                        <a:rPr lang="en-US" sz="2000" b="1">
                          <a:latin typeface="Cambria Math" panose="02040503050406030204" pitchFamily="18" charset="0"/>
                        </a:rPr>
                        <m:t>.</m:t>
                      </m:r>
                      <m:r>
                        <a:rPr lang="en-US" sz="2000" b="1" i="1">
                          <a:latin typeface="Cambria Math" panose="02040503050406030204" pitchFamily="18" charset="0"/>
                        </a:rPr>
                        <m:t>𝟔𝟓</m:t>
                      </m:r>
                      <m:sSup>
                        <m:sSupPr>
                          <m:ctrlPr>
                            <a:rPr lang="en-US" sz="2000" b="1" i="1">
                              <a:latin typeface="Cambria Math" panose="02040503050406030204" pitchFamily="18" charset="0"/>
                            </a:rPr>
                          </m:ctrlPr>
                        </m:sSupPr>
                        <m:e>
                          <m:r>
                            <a:rPr lang="en-US" sz="2000" b="1" i="1">
                              <a:latin typeface="Cambria Math" panose="02040503050406030204" pitchFamily="18" charset="0"/>
                            </a:rPr>
                            <m:t>𝑪</m:t>
                          </m:r>
                        </m:e>
                        <m:sup>
                          <m:r>
                            <a:rPr lang="en-US" sz="2000" b="1" i="1">
                              <a:latin typeface="Cambria Math" panose="02040503050406030204" pitchFamily="18" charset="0"/>
                            </a:rPr>
                            <m:t>𝟐</m:t>
                          </m:r>
                        </m:sup>
                      </m:sSup>
                      <m:r>
                        <a:rPr lang="en-US" sz="2000" b="1">
                          <a:latin typeface="Cambria Math" panose="02040503050406030204" pitchFamily="18" charset="0"/>
                        </a:rPr>
                        <m:t>)</m:t>
                      </m:r>
                    </m:oMath>
                  </m:oMathPara>
                </a14:m>
                <a:endParaRPr lang="en-US" sz="2000" b="1" dirty="0"/>
              </a:p>
            </p:txBody>
          </p:sp>
        </mc:Choice>
        <mc:Fallback>
          <p:sp>
            <p:nvSpPr>
              <p:cNvPr id="4" name="TextBox 3">
                <a:extLst>
                  <a:ext uri="{FF2B5EF4-FFF2-40B4-BE49-F238E27FC236}">
                    <a16:creationId xmlns:a16="http://schemas.microsoft.com/office/drawing/2014/main" id="{88C98B4A-7C59-A7B5-44FD-360C842A0C8C}"/>
                  </a:ext>
                </a:extLst>
              </p:cNvPr>
              <p:cNvSpPr txBox="1">
                <a:spLocks noRot="1" noChangeAspect="1" noMove="1" noResize="1" noEditPoints="1" noAdjustHandles="1" noChangeArrowheads="1" noChangeShapeType="1" noTextEdit="1"/>
              </p:cNvSpPr>
              <p:nvPr/>
            </p:nvSpPr>
            <p:spPr>
              <a:xfrm>
                <a:off x="986972" y="2689734"/>
                <a:ext cx="3919879" cy="442365"/>
              </a:xfrm>
              <a:prstGeom prst="rect">
                <a:avLst/>
              </a:prstGeom>
              <a:blipFill>
                <a:blip r:embed="rId2"/>
                <a:stretch>
                  <a:fillRect b="-8333"/>
                </a:stretch>
              </a:blipFill>
            </p:spPr>
            <p:txBody>
              <a:bodyPr/>
              <a:lstStyle/>
              <a:p>
                <a:r>
                  <a:rPr lang="en-US">
                    <a:noFill/>
                  </a:rPr>
                  <a:t> </a:t>
                </a:r>
              </a:p>
            </p:txBody>
          </p:sp>
        </mc:Fallback>
      </mc:AlternateContent>
      <p:sp>
        <p:nvSpPr>
          <p:cNvPr id="6" name="Rectangle 2">
            <a:extLst>
              <a:ext uri="{FF2B5EF4-FFF2-40B4-BE49-F238E27FC236}">
                <a16:creationId xmlns:a16="http://schemas.microsoft.com/office/drawing/2014/main" id="{00177A20-6C12-5662-502B-D80ABE32AB0D}"/>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7" name="Object 6">
            <a:extLst>
              <a:ext uri="{FF2B5EF4-FFF2-40B4-BE49-F238E27FC236}">
                <a16:creationId xmlns:a16="http://schemas.microsoft.com/office/drawing/2014/main" id="{7B73DC32-3658-06DF-5B6C-CF343EAE55A1}"/>
              </a:ext>
            </a:extLst>
          </p:cNvPr>
          <p:cNvGraphicFramePr>
            <a:graphicFrameLocks noChangeAspect="1"/>
          </p:cNvGraphicFramePr>
          <p:nvPr>
            <p:extLst>
              <p:ext uri="{D42A27DB-BD31-4B8C-83A1-F6EECF244321}">
                <p14:modId xmlns:p14="http://schemas.microsoft.com/office/powerpoint/2010/main" val="2736681009"/>
              </p:ext>
            </p:extLst>
          </p:nvPr>
        </p:nvGraphicFramePr>
        <p:xfrm>
          <a:off x="6231832" y="1105554"/>
          <a:ext cx="5362147" cy="2536337"/>
        </p:xfrm>
        <a:graphic>
          <a:graphicData uri="http://schemas.openxmlformats.org/presentationml/2006/ole">
            <mc:AlternateContent xmlns:mc="http://schemas.openxmlformats.org/markup-compatibility/2006">
              <mc:Choice xmlns:v="urn:schemas-microsoft-com:vml" Requires="v">
                <p:oleObj name="Picture" r:id="rId3" imgW="4813300" imgH="3898900" progId="Word.Picture.8">
                  <p:embed/>
                </p:oleObj>
              </mc:Choice>
              <mc:Fallback>
                <p:oleObj name="Picture" r:id="rId3" imgW="4813300" imgH="3898900" progId="Word.Picture.8">
                  <p:embed/>
                  <p:pic>
                    <p:nvPicPr>
                      <p:cNvPr id="0" name="Object 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31832" y="1105554"/>
                        <a:ext cx="5362147" cy="2536337"/>
                      </a:xfrm>
                      <a:prstGeom prst="rect">
                        <a:avLst/>
                      </a:prstGeom>
                      <a:noFill/>
                    </p:spPr>
                  </p:pic>
                </p:oleObj>
              </mc:Fallback>
            </mc:AlternateContent>
          </a:graphicData>
        </a:graphic>
      </p:graphicFrame>
    </p:spTree>
    <p:extLst>
      <p:ext uri="{BB962C8B-B14F-4D97-AF65-F5344CB8AC3E}">
        <p14:creationId xmlns:p14="http://schemas.microsoft.com/office/powerpoint/2010/main" val="1646483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1767" y="257064"/>
            <a:ext cx="11176000" cy="584775"/>
          </a:xfrm>
          <a:noFill/>
          <a:ln w="9525">
            <a:noFill/>
            <a:miter lim="800000"/>
            <a:headEnd/>
            <a:tailEnd/>
          </a:ln>
        </p:spPr>
        <p:txBody>
          <a:bodyPr vert="horz" wrap="square" lIns="91440" tIns="45720" rIns="91440" bIns="45720" numCol="1" anchor="ctr" anchorCtr="0" compatLnSpc="1">
            <a:prstTxWarp prst="textNoShape">
              <a:avLst/>
            </a:prstTxWarp>
            <a:spAutoFit/>
          </a:bodyPr>
          <a:lstStyle/>
          <a:p>
            <a:r>
              <a:rPr lang="en-US" dirty="0">
                <a:solidFill>
                  <a:schemeClr val="tx1"/>
                </a:solidFill>
                <a:latin typeface="+mj-lt"/>
                <a:cs typeface="Times New Roman" panose="02020603050405020304" pitchFamily="18" charset="0"/>
              </a:rPr>
              <a:t>Short-Wave Solar Radiation Penetration Depth</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06400" y="1008014"/>
                <a:ext cx="11176000" cy="3865199"/>
              </a:xfrm>
            </p:spPr>
            <p:txBody>
              <a:bodyPr/>
              <a:lstStyle/>
              <a:p>
                <a:r>
                  <a:rPr lang="en-US" sz="2000" b="0" dirty="0">
                    <a:solidFill>
                      <a:schemeClr val="tx1"/>
                    </a:solidFill>
                    <a:latin typeface="+mn-lt"/>
                  </a:rPr>
                  <a:t>Short wave solar radiation penetrates the surface and decays exponentially with depth according to Beer’s Law:</a:t>
                </a:r>
              </a:p>
              <a:p>
                <a:endParaRPr lang="en-US" sz="2000" b="0" dirty="0">
                  <a:solidFill>
                    <a:schemeClr val="tx1"/>
                  </a:solidFill>
                  <a:latin typeface="+mn-lt"/>
                </a:endParaRPr>
              </a:p>
              <a:p>
                <a:pPr marL="357187" lvl="1" indent="0">
                  <a:buClr>
                    <a:schemeClr val="tx1"/>
                  </a:buClr>
                  <a:buNone/>
                </a:pPr>
                <a14:m>
                  <m:oMath xmlns:m="http://schemas.openxmlformats.org/officeDocument/2006/math">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𝜙</m:t>
                        </m:r>
                      </m:e>
                      <m:sub>
                        <m:r>
                          <a:rPr lang="en-US" b="0" i="1" smtClean="0">
                            <a:solidFill>
                              <a:schemeClr val="tx1"/>
                            </a:solidFill>
                            <a:latin typeface="Cambria Math" panose="02040503050406030204" pitchFamily="18" charset="0"/>
                          </a:rPr>
                          <m:t>𝑠</m:t>
                        </m:r>
                      </m:sub>
                    </m:sSub>
                    <m:d>
                      <m:dPr>
                        <m:ctrlPr>
                          <a:rPr lang="en-US" b="0" i="1">
                            <a:solidFill>
                              <a:schemeClr val="tx1"/>
                            </a:solidFill>
                            <a:latin typeface="Cambria Math" panose="02040503050406030204" pitchFamily="18" charset="0"/>
                          </a:rPr>
                        </m:ctrlPr>
                      </m:dPr>
                      <m:e>
                        <m:r>
                          <a:rPr lang="en-US" b="0" i="1" smtClean="0">
                            <a:solidFill>
                              <a:schemeClr val="tx1"/>
                            </a:solidFill>
                            <a:latin typeface="Cambria Math" panose="02040503050406030204" pitchFamily="18" charset="0"/>
                          </a:rPr>
                          <m:t>𝑧</m:t>
                        </m:r>
                      </m:e>
                    </m:d>
                    <m:r>
                      <a:rPr lang="en-US" b="0" i="1" smtClean="0">
                        <a:solidFill>
                          <a:schemeClr val="tx1"/>
                        </a:solidFill>
                        <a:latin typeface="Cambria Math" panose="02040503050406030204" pitchFamily="18" charset="0"/>
                      </a:rPr>
                      <m:t>=</m:t>
                    </m:r>
                    <m:d>
                      <m:dPr>
                        <m:ctrlPr>
                          <a:rPr lang="en-US" b="0" i="1">
                            <a:solidFill>
                              <a:schemeClr val="tx1"/>
                            </a:solidFill>
                            <a:latin typeface="Cambria Math" panose="02040503050406030204" pitchFamily="18" charset="0"/>
                          </a:rPr>
                        </m:ctrlPr>
                      </m:dPr>
                      <m:e>
                        <m:r>
                          <a:rPr lang="en-US" b="0" i="1" smtClean="0">
                            <a:solidFill>
                              <a:schemeClr val="tx1"/>
                            </a:solidFill>
                            <a:latin typeface="Cambria Math" panose="02040503050406030204" pitchFamily="18" charset="0"/>
                          </a:rPr>
                          <m:t>1−</m:t>
                        </m:r>
                        <m:r>
                          <a:rPr lang="en-US" b="0" i="1" smtClean="0">
                            <a:solidFill>
                              <a:schemeClr val="tx1"/>
                            </a:solidFill>
                            <a:latin typeface="Cambria Math" panose="02040503050406030204" pitchFamily="18" charset="0"/>
                          </a:rPr>
                          <m:t>𝛽</m:t>
                        </m:r>
                      </m:e>
                    </m:d>
                    <m:sSub>
                      <m:sSubPr>
                        <m:ctrlPr>
                          <a:rPr lang="en-US" b="0" i="1">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𝜙</m:t>
                        </m:r>
                      </m:e>
                      <m:sub>
                        <m:r>
                          <a:rPr lang="en-US" b="0" i="1" smtClean="0">
                            <a:solidFill>
                              <a:schemeClr val="tx1"/>
                            </a:solidFill>
                            <a:latin typeface="Cambria Math" panose="02040503050406030204" pitchFamily="18" charset="0"/>
                          </a:rPr>
                          <m:t>𝑠𝑛</m:t>
                        </m:r>
                      </m:sub>
                    </m:sSub>
                    <m:sSup>
                      <m:sSupPr>
                        <m:ctrlPr>
                          <a:rPr lang="en-US" b="0" i="1">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𝑒</m:t>
                        </m:r>
                      </m:e>
                      <m:sup>
                        <m:r>
                          <a:rPr lang="en-US" b="0" i="1" smtClean="0">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𝜂</m:t>
                        </m:r>
                        <m:r>
                          <a:rPr lang="en-US" b="0" i="1" smtClean="0">
                            <a:solidFill>
                              <a:schemeClr val="tx1"/>
                            </a:solidFill>
                            <a:latin typeface="Cambria Math" panose="02040503050406030204" pitchFamily="18" charset="0"/>
                          </a:rPr>
                          <m:t>𝑧</m:t>
                        </m:r>
                      </m:sup>
                    </m:sSup>
                  </m:oMath>
                </a14:m>
                <a:r>
                  <a:rPr lang="en-US" b="0" dirty="0">
                    <a:solidFill>
                      <a:schemeClr val="tx1"/>
                    </a:solidFill>
                    <a:effectLst/>
                  </a:rPr>
                  <a:t> </a:t>
                </a:r>
                <a:endParaRPr lang="en-US" b="0" dirty="0">
                  <a:solidFill>
                    <a:schemeClr val="tx1"/>
                  </a:solidFill>
                  <a:latin typeface="+mn-lt"/>
                </a:endParaRPr>
              </a:p>
              <a:p>
                <a:endParaRPr lang="en-US" sz="2000" b="0" dirty="0">
                  <a:solidFill>
                    <a:schemeClr val="tx1"/>
                  </a:solidFill>
                  <a:latin typeface="+mn-lt"/>
                </a:endParaRPr>
              </a:p>
              <a:p>
                <a:r>
                  <a:rPr lang="en-US" sz="2000" b="0" dirty="0">
                    <a:solidFill>
                      <a:schemeClr val="tx1"/>
                    </a:solidFill>
                    <a:latin typeface="+mn-lt"/>
                  </a:rPr>
                  <a:t>where:</a:t>
                </a:r>
              </a:p>
              <a:p>
                <a:pPr marL="0" lvl="1" indent="0" defTabSz="228600">
                  <a:buNone/>
                  <a:tabLst>
                    <a:tab pos="402336" algn="r"/>
                    <a:tab pos="457200" algn="l"/>
                    <a:tab pos="576072" algn="l"/>
                    <a:tab pos="5029200" algn="r"/>
                  </a:tabLst>
                </a:pPr>
                <a:endParaRPr lang="en-US" sz="2000" b="0" dirty="0">
                  <a:solidFill>
                    <a:schemeClr val="tx1"/>
                  </a:solidFill>
                  <a:latin typeface="+mn-lt"/>
                  <a:ea typeface="ＭＳ Ｐゴシック" charset="0"/>
                  <a:sym typeface="Symbol" pitchFamily="2" charset="2"/>
                </a:endParaRPr>
              </a:p>
              <a:p>
                <a:pPr marL="0" lvl="1" indent="0" defTabSz="228600">
                  <a:buNone/>
                  <a:tabLst>
                    <a:tab pos="402336" algn="r"/>
                    <a:tab pos="457200" algn="l"/>
                    <a:tab pos="576072" algn="l"/>
                  </a:tabLst>
                </a:pPr>
                <a:r>
                  <a:rPr lang="en-US" sz="2000" b="0" dirty="0">
                    <a:solidFill>
                      <a:schemeClr val="tx1"/>
                    </a:solidFill>
                    <a:latin typeface="+mn-lt"/>
                    <a:ea typeface="ＭＳ Ｐゴシック" charset="0"/>
                    <a:sym typeface="Symbol" pitchFamily="2" charset="2"/>
                  </a:rPr>
                  <a:t>	</a:t>
                </a:r>
                <a:r>
                  <a:rPr lang="en-US" b="0" dirty="0">
                    <a:solidFill>
                      <a:schemeClr val="tx1"/>
                    </a:solidFill>
                    <a:ea typeface="ＭＳ Ｐゴシック" charset="0"/>
                    <a:sym typeface="Symbol" pitchFamily="2" charset="2"/>
                  </a:rPr>
                  <a:t></a:t>
                </a:r>
                <a:r>
                  <a:rPr lang="en-US" b="0" baseline="-25000" dirty="0">
                    <a:solidFill>
                      <a:schemeClr val="tx1"/>
                    </a:solidFill>
                    <a:ea typeface="ＭＳ Ｐゴシック" charset="0"/>
                  </a:rPr>
                  <a:t>s</a:t>
                </a:r>
                <a:r>
                  <a:rPr lang="en-US" b="0" dirty="0">
                    <a:solidFill>
                      <a:schemeClr val="tx1"/>
                    </a:solidFill>
                    <a:ea typeface="ＭＳ Ｐゴシック" charset="0"/>
                  </a:rPr>
                  <a:t>(z)	=	short wave radiation at depth z, W m</a:t>
                </a:r>
                <a:r>
                  <a:rPr lang="en-US" b="0" baseline="30000" dirty="0">
                    <a:solidFill>
                      <a:schemeClr val="tx1"/>
                    </a:solidFill>
                    <a:ea typeface="ＭＳ Ｐゴシック" charset="0"/>
                  </a:rPr>
                  <a:t>‑2	</a:t>
                </a:r>
              </a:p>
              <a:p>
                <a:pPr marL="0" lvl="1" indent="0" defTabSz="228600">
                  <a:buNone/>
                  <a:tabLst>
                    <a:tab pos="402336" algn="r"/>
                    <a:tab pos="457200" algn="l"/>
                    <a:tab pos="576072" algn="l"/>
                  </a:tabLst>
                </a:pPr>
                <a:r>
                  <a:rPr lang="en-US" b="0" dirty="0">
                    <a:solidFill>
                      <a:schemeClr val="tx1"/>
                    </a:solidFill>
                    <a:ea typeface="ＭＳ Ｐゴシック" charset="0"/>
                    <a:sym typeface="Symbol" pitchFamily="2" charset="2"/>
                  </a:rPr>
                  <a:t>			</a:t>
                </a:r>
                <a:r>
                  <a:rPr lang="en-US" b="0" dirty="0">
                    <a:solidFill>
                      <a:schemeClr val="tx1"/>
                    </a:solidFill>
                    <a:ea typeface="ＭＳ Ｐゴシック" charset="0"/>
                  </a:rPr>
                  <a:t>=	fraction absorbed at the water surface	</a:t>
                </a:r>
              </a:p>
              <a:p>
                <a:pPr marL="0" lvl="1" indent="0" defTabSz="228600">
                  <a:buNone/>
                  <a:tabLst>
                    <a:tab pos="402336" algn="r"/>
                    <a:tab pos="457200" algn="l"/>
                    <a:tab pos="576072" algn="l"/>
                  </a:tabLst>
                </a:pPr>
                <a:r>
                  <a:rPr lang="en-US" b="0" dirty="0">
                    <a:solidFill>
                      <a:schemeClr val="tx1"/>
                    </a:solidFill>
                    <a:ea typeface="ＭＳ Ｐゴシック" charset="0"/>
                    <a:sym typeface="Symbol" pitchFamily="2" charset="2"/>
                  </a:rPr>
                  <a:t>			</a:t>
                </a:r>
                <a:r>
                  <a:rPr lang="en-US" b="0" dirty="0">
                    <a:solidFill>
                      <a:schemeClr val="tx1"/>
                    </a:solidFill>
                    <a:ea typeface="ＭＳ Ｐゴシック" charset="0"/>
                  </a:rPr>
                  <a:t>=	extinction coefficient, m</a:t>
                </a:r>
                <a:r>
                  <a:rPr lang="en-US" b="0" baseline="30000" dirty="0">
                    <a:solidFill>
                      <a:schemeClr val="tx1"/>
                    </a:solidFill>
                    <a:ea typeface="ＭＳ Ｐゴシック" charset="0"/>
                  </a:rPr>
                  <a:t>‑1</a:t>
                </a:r>
                <a:r>
                  <a:rPr lang="en-US" b="0" dirty="0">
                    <a:solidFill>
                      <a:schemeClr val="tx1"/>
                    </a:solidFill>
                    <a:ea typeface="ＭＳ Ｐゴシック" charset="0"/>
                  </a:rPr>
                  <a:t>	</a:t>
                </a:r>
                <a:endParaRPr lang="en-US" b="0" baseline="30000" dirty="0">
                  <a:solidFill>
                    <a:schemeClr val="tx1"/>
                  </a:solidFill>
                  <a:ea typeface="ＭＳ Ｐゴシック" charset="0"/>
                </a:endParaRPr>
              </a:p>
              <a:p>
                <a:pPr marL="0" lvl="1" indent="0" defTabSz="228600">
                  <a:buNone/>
                  <a:tabLst>
                    <a:tab pos="402336" algn="r"/>
                    <a:tab pos="457200" algn="l"/>
                    <a:tab pos="576072" algn="l"/>
                  </a:tabLst>
                </a:pPr>
                <a:r>
                  <a:rPr lang="en-US" b="0" dirty="0">
                    <a:solidFill>
                      <a:schemeClr val="tx1"/>
                    </a:solidFill>
                    <a:ea typeface="ＭＳ Ｐゴシック" charset="0"/>
                    <a:sym typeface="Symbol" pitchFamily="2" charset="2"/>
                  </a:rPr>
                  <a:t>	</a:t>
                </a:r>
                <a:r>
                  <a:rPr lang="en-US" b="0" baseline="-25000" dirty="0" err="1">
                    <a:solidFill>
                      <a:schemeClr val="tx1"/>
                    </a:solidFill>
                    <a:ea typeface="ＭＳ Ｐゴシック" charset="0"/>
                  </a:rPr>
                  <a:t>sn</a:t>
                </a:r>
                <a:r>
                  <a:rPr lang="en-US" b="0" dirty="0">
                    <a:solidFill>
                      <a:schemeClr val="tx1"/>
                    </a:solidFill>
                    <a:ea typeface="ＭＳ Ｐゴシック" charset="0"/>
                  </a:rPr>
                  <a:t>		=	net short-wave radiation reaching the surface, W m</a:t>
                </a:r>
                <a:r>
                  <a:rPr lang="en-US" b="0" baseline="30000" dirty="0">
                    <a:solidFill>
                      <a:schemeClr val="tx1"/>
                    </a:solidFill>
                    <a:ea typeface="ＭＳ Ｐゴシック" charset="0"/>
                  </a:rPr>
                  <a:t>‑2</a:t>
                </a:r>
                <a:r>
                  <a:rPr lang="en-US" b="0" dirty="0">
                    <a:solidFill>
                      <a:schemeClr val="tx1"/>
                    </a:solidFill>
                    <a:ea typeface="ＭＳ Ｐゴシック" charset="0"/>
                  </a:rPr>
                  <a:t>	</a:t>
                </a:r>
              </a:p>
              <a:p>
                <a:endParaRPr lang="en-US" sz="2000" b="0" dirty="0">
                  <a:solidFill>
                    <a:schemeClr val="tx1"/>
                  </a:solidFill>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06400" y="1008014"/>
                <a:ext cx="11176000" cy="3865199"/>
              </a:xfrm>
              <a:blipFill>
                <a:blip r:embed="rId2"/>
                <a:stretch>
                  <a:fillRect l="-681" t="-984"/>
                </a:stretch>
              </a:blipFill>
            </p:spPr>
            <p:txBody>
              <a:bodyPr/>
              <a:lstStyle/>
              <a:p>
                <a:r>
                  <a:rPr lang="en-US">
                    <a:noFill/>
                  </a:rPr>
                  <a:t> </a:t>
                </a:r>
              </a:p>
            </p:txBody>
          </p:sp>
        </mc:Fallback>
      </mc:AlternateContent>
      <p:sp>
        <p:nvSpPr>
          <p:cNvPr id="5" name="Slide Number Placeholder 4"/>
          <p:cNvSpPr>
            <a:spLocks noGrp="1"/>
          </p:cNvSpPr>
          <p:nvPr>
            <p:ph type="sldNum" sz="quarter" idx="11"/>
          </p:nvPr>
        </p:nvSpPr>
        <p:spPr/>
        <p:txBody>
          <a:bodyPr/>
          <a:lstStyle/>
          <a:p>
            <a:fld id="{9A257827-C34C-4251-B995-96C9C233CCC8}" type="slidenum">
              <a:rPr lang="en-US" smtClean="0"/>
              <a:pPr/>
              <a:t>13</a:t>
            </a:fld>
            <a:endParaRPr lang="en-US"/>
          </a:p>
        </p:txBody>
      </p:sp>
      <p:pic>
        <p:nvPicPr>
          <p:cNvPr id="6" name="Picture 5">
            <a:extLst>
              <a:ext uri="{FF2B5EF4-FFF2-40B4-BE49-F238E27FC236}">
                <a16:creationId xmlns:a16="http://schemas.microsoft.com/office/drawing/2014/main" id="{4C5CC011-77F3-1E69-DA19-E1CCD540349B}"/>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6180935" y="1518884"/>
            <a:ext cx="5401466" cy="2666751"/>
          </a:xfrm>
          <a:prstGeom prst="rect">
            <a:avLst/>
          </a:prstGeom>
          <a:solidFill>
            <a:schemeClr val="bg1"/>
          </a:solidFill>
          <a:ln w="3175">
            <a:solidFill>
              <a:schemeClr val="tx1"/>
            </a:solidFill>
          </a:ln>
        </p:spPr>
      </p:pic>
    </p:spTree>
    <p:extLst>
      <p:ext uri="{BB962C8B-B14F-4D97-AF65-F5344CB8AC3E}">
        <p14:creationId xmlns:p14="http://schemas.microsoft.com/office/powerpoint/2010/main" val="39866097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1767" y="257064"/>
            <a:ext cx="11176000" cy="584775"/>
          </a:xfrm>
          <a:noFill/>
          <a:ln w="9525">
            <a:noFill/>
            <a:miter lim="800000"/>
            <a:headEnd/>
            <a:tailEnd/>
          </a:ln>
        </p:spPr>
        <p:txBody>
          <a:bodyPr vert="horz" wrap="square" lIns="91440" tIns="45720" rIns="91440" bIns="45720" numCol="1" anchor="ctr" anchorCtr="0" compatLnSpc="1">
            <a:prstTxWarp prst="textNoShape">
              <a:avLst/>
            </a:prstTxWarp>
            <a:spAutoFit/>
          </a:bodyPr>
          <a:lstStyle/>
          <a:p>
            <a:r>
              <a:rPr lang="en-US" dirty="0">
                <a:solidFill>
                  <a:schemeClr val="tx1"/>
                </a:solidFill>
                <a:latin typeface="+mj-lt"/>
                <a:cs typeface="Times New Roman" panose="02020603050405020304" pitchFamily="18" charset="0"/>
              </a:rPr>
              <a:t>Long-Wave Atmospheric Radiation</a:t>
            </a:r>
          </a:p>
        </p:txBody>
      </p:sp>
      <p:sp>
        <p:nvSpPr>
          <p:cNvPr id="3" name="Content Placeholder 2"/>
          <p:cNvSpPr>
            <a:spLocks noGrp="1"/>
          </p:cNvSpPr>
          <p:nvPr>
            <p:ph idx="1"/>
          </p:nvPr>
        </p:nvSpPr>
        <p:spPr>
          <a:xfrm>
            <a:off x="406400" y="1008014"/>
            <a:ext cx="11176000" cy="4220809"/>
          </a:xfrm>
        </p:spPr>
        <p:txBody>
          <a:bodyPr/>
          <a:lstStyle/>
          <a:p>
            <a:r>
              <a:rPr lang="en-US" b="0" dirty="0">
                <a:solidFill>
                  <a:schemeClr val="tx1"/>
                </a:solidFill>
              </a:rPr>
              <a:t>The long wave atmo­spheric radiation is comput­ed from air temperature and cloud cover or air vapor pressure using Brunt’s formula. The right‑hand terms are all water surface temperature depen­dent.</a:t>
            </a:r>
          </a:p>
          <a:p>
            <a:endParaRPr lang="en-US" b="0" dirty="0">
              <a:solidFill>
                <a:schemeClr val="tx1"/>
              </a:solidFill>
              <a:latin typeface="+mn-lt"/>
            </a:endParaRPr>
          </a:p>
          <a:p>
            <a:endParaRPr lang="en-US" b="0" dirty="0">
              <a:solidFill>
                <a:schemeClr val="tx1"/>
              </a:solidFill>
              <a:latin typeface="+mn-lt"/>
            </a:endParaRPr>
          </a:p>
          <a:p>
            <a:endParaRPr lang="en-US" b="0" dirty="0">
              <a:solidFill>
                <a:schemeClr val="tx1"/>
              </a:solidFill>
              <a:latin typeface="+mn-lt"/>
            </a:endParaRPr>
          </a:p>
        </p:txBody>
      </p:sp>
      <p:sp>
        <p:nvSpPr>
          <p:cNvPr id="5" name="Slide Number Placeholder 4"/>
          <p:cNvSpPr>
            <a:spLocks noGrp="1"/>
          </p:cNvSpPr>
          <p:nvPr>
            <p:ph type="sldNum" sz="quarter" idx="11"/>
          </p:nvPr>
        </p:nvSpPr>
        <p:spPr/>
        <p:txBody>
          <a:bodyPr/>
          <a:lstStyle/>
          <a:p>
            <a:fld id="{9A257827-C34C-4251-B995-96C9C233CCC8}" type="slidenum">
              <a:rPr lang="en-US" smtClean="0"/>
              <a:pPr/>
              <a:t>14</a:t>
            </a:fld>
            <a:endParaRPr lang="en-US"/>
          </a:p>
        </p:txBody>
      </p:sp>
      <p:pic>
        <p:nvPicPr>
          <p:cNvPr id="4" name="Picture 3">
            <a:extLst>
              <a:ext uri="{FF2B5EF4-FFF2-40B4-BE49-F238E27FC236}">
                <a16:creationId xmlns:a16="http://schemas.microsoft.com/office/drawing/2014/main" id="{6168E165-6377-1DEB-6B8B-5EE5CBF2E3AF}"/>
              </a:ext>
            </a:extLst>
          </p:cNvPr>
          <p:cNvPicPr>
            <a:picLocks noChangeAspect="1"/>
          </p:cNvPicPr>
          <p:nvPr/>
        </p:nvPicPr>
        <p:blipFill>
          <a:blip r:embed="rId2"/>
          <a:stretch>
            <a:fillRect/>
          </a:stretch>
        </p:blipFill>
        <p:spPr>
          <a:xfrm>
            <a:off x="442173" y="1709818"/>
            <a:ext cx="5278441" cy="4446283"/>
          </a:xfrm>
          <a:prstGeom prst="rect">
            <a:avLst/>
          </a:prstGeom>
        </p:spPr>
      </p:pic>
      <p:sp>
        <p:nvSpPr>
          <p:cNvPr id="6" name="TextBox 5">
            <a:extLst>
              <a:ext uri="{FF2B5EF4-FFF2-40B4-BE49-F238E27FC236}">
                <a16:creationId xmlns:a16="http://schemas.microsoft.com/office/drawing/2014/main" id="{1A033BDE-E143-BB03-9907-B3C02417D3C5}"/>
              </a:ext>
            </a:extLst>
          </p:cNvPr>
          <p:cNvSpPr txBox="1"/>
          <p:nvPr/>
        </p:nvSpPr>
        <p:spPr>
          <a:xfrm>
            <a:off x="5932963" y="4824680"/>
            <a:ext cx="5736323" cy="1323439"/>
          </a:xfrm>
          <a:prstGeom prst="rect">
            <a:avLst/>
          </a:prstGeom>
          <a:noFill/>
        </p:spPr>
        <p:txBody>
          <a:bodyPr wrap="square" rtlCol="0">
            <a:spAutoFit/>
          </a:bodyPr>
          <a:lstStyle/>
          <a:p>
            <a:r>
              <a:rPr lang="en-US" sz="1600" dirty="0"/>
              <a:t>Source:</a:t>
            </a:r>
          </a:p>
          <a:p>
            <a:r>
              <a:rPr lang="en-US" sz="1600" dirty="0"/>
              <a:t>S. Liang, D. Wang, X. Tao, J. Cheng, Y. Yao, X. Zhang, T. He,</a:t>
            </a:r>
          </a:p>
          <a:p>
            <a:r>
              <a:rPr lang="en-US" sz="1600" dirty="0"/>
              <a:t>2.12 - Methodologies for Integrating Multiple High-Level Remotely Sensed Land Products, Editor(s): </a:t>
            </a:r>
            <a:r>
              <a:rPr lang="en-US" sz="1600" dirty="0" err="1"/>
              <a:t>Shunlin</a:t>
            </a:r>
            <a:r>
              <a:rPr lang="en-US" sz="1600" dirty="0"/>
              <a:t> Liang, </a:t>
            </a:r>
            <a:r>
              <a:rPr lang="en-US" sz="1600" i="1" dirty="0"/>
              <a:t>Comprehensive Remote Sensing</a:t>
            </a:r>
            <a:r>
              <a:rPr lang="en-US" sz="1600" dirty="0"/>
              <a:t>, Elsevier, 2018</a:t>
            </a:r>
          </a:p>
        </p:txBody>
      </p:sp>
    </p:spTree>
    <p:extLst>
      <p:ext uri="{BB962C8B-B14F-4D97-AF65-F5344CB8AC3E}">
        <p14:creationId xmlns:p14="http://schemas.microsoft.com/office/powerpoint/2010/main" val="39773132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1767" y="257064"/>
            <a:ext cx="11176000" cy="584775"/>
          </a:xfrm>
          <a:noFill/>
          <a:ln w="9525">
            <a:noFill/>
            <a:miter lim="800000"/>
            <a:headEnd/>
            <a:tailEnd/>
          </a:ln>
        </p:spPr>
        <p:txBody>
          <a:bodyPr vert="horz" wrap="square" lIns="91440" tIns="45720" rIns="91440" bIns="45720" numCol="1" anchor="ctr" anchorCtr="0" compatLnSpc="1">
            <a:prstTxWarp prst="textNoShape">
              <a:avLst/>
            </a:prstTxWarp>
            <a:spAutoFit/>
          </a:bodyPr>
          <a:lstStyle/>
          <a:p>
            <a:r>
              <a:rPr lang="en-US" dirty="0">
                <a:solidFill>
                  <a:schemeClr val="tx1"/>
                </a:solidFill>
                <a:latin typeface="+mj-lt"/>
                <a:cs typeface="Times New Roman" panose="02020603050405020304" pitchFamily="18" charset="0"/>
              </a:rPr>
              <a:t>Water-Emitted Long-Wave Radiation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98026" y="999640"/>
                <a:ext cx="7089819" cy="4220809"/>
              </a:xfrm>
            </p:spPr>
            <p:txBody>
              <a:bodyPr/>
              <a:lstStyle/>
              <a:p>
                <a:r>
                  <a:rPr lang="en-US" sz="2000" b="0" dirty="0">
                    <a:solidFill>
                      <a:schemeClr val="tx1"/>
                    </a:solidFill>
                    <a:latin typeface="+mn-lt"/>
                  </a:rPr>
                  <a:t>Water surface back-radiation is computed as:</a:t>
                </a:r>
              </a:p>
              <a:p>
                <a:endParaRPr lang="en-US" sz="2000" b="0" dirty="0">
                  <a:solidFill>
                    <a:schemeClr val="tx1"/>
                  </a:solidFill>
                  <a:latin typeface="+mn-lt"/>
                </a:endParaRPr>
              </a:p>
              <a:p>
                <a:pPr marL="357187" lvl="1" indent="0">
                  <a:buNone/>
                </a:pPr>
                <a14:m>
                  <m:oMathPara xmlns:m="http://schemas.openxmlformats.org/officeDocument/2006/math">
                    <m:oMathParaPr>
                      <m:jc m:val="left"/>
                    </m:oMathParaPr>
                    <m:oMath xmlns:m="http://schemas.openxmlformats.org/officeDocument/2006/math">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𝜙</m:t>
                          </m:r>
                        </m:e>
                        <m:sub>
                          <m:r>
                            <a:rPr lang="en-US" b="0" i="1" smtClean="0">
                              <a:solidFill>
                                <a:schemeClr val="tx1"/>
                              </a:solidFill>
                              <a:latin typeface="Cambria Math" panose="02040503050406030204" pitchFamily="18" charset="0"/>
                            </a:rPr>
                            <m:t>𝑏𝑟</m:t>
                          </m:r>
                        </m:sub>
                      </m:sSub>
                      <m:r>
                        <a:rPr lang="en-US" b="0" i="1" smtClean="0">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𝜀𝜎</m:t>
                      </m:r>
                      <m:sSup>
                        <m:sSupPr>
                          <m:ctrlPr>
                            <a:rPr lang="en-US" b="0" i="1">
                              <a:solidFill>
                                <a:schemeClr val="tx1"/>
                              </a:solidFill>
                              <a:latin typeface="Cambria Math" panose="02040503050406030204" pitchFamily="18" charset="0"/>
                            </a:rPr>
                          </m:ctrlPr>
                        </m:sSupPr>
                        <m:e>
                          <m:d>
                            <m:dPr>
                              <m:ctrlPr>
                                <a:rPr lang="en-US" b="0" i="1">
                                  <a:solidFill>
                                    <a:schemeClr val="tx1"/>
                                  </a:solidFill>
                                  <a:latin typeface="Cambria Math" panose="02040503050406030204" pitchFamily="18" charset="0"/>
                                </a:rPr>
                              </m:ctrlPr>
                            </m:dPr>
                            <m:e>
                              <m:sSub>
                                <m:sSubPr>
                                  <m:ctrlPr>
                                    <a:rPr lang="en-US" b="0" i="1">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𝑇</m:t>
                                  </m:r>
                                </m:e>
                                <m:sub>
                                  <m:r>
                                    <a:rPr lang="en-US" b="0" i="1" smtClean="0">
                                      <a:solidFill>
                                        <a:schemeClr val="tx1"/>
                                      </a:solidFill>
                                      <a:latin typeface="Cambria Math" panose="02040503050406030204" pitchFamily="18" charset="0"/>
                                    </a:rPr>
                                    <m:t>𝑠</m:t>
                                  </m:r>
                                </m:sub>
                              </m:sSub>
                              <m:r>
                                <a:rPr lang="en-US" b="0" i="1" smtClean="0">
                                  <a:solidFill>
                                    <a:schemeClr val="tx1"/>
                                  </a:solidFill>
                                  <a:latin typeface="Cambria Math" panose="02040503050406030204" pitchFamily="18" charset="0"/>
                                </a:rPr>
                                <m:t>+273.15</m:t>
                              </m:r>
                            </m:e>
                          </m:d>
                        </m:e>
                        <m:sup>
                          <m:r>
                            <a:rPr lang="en-US" b="0" i="1" smtClean="0">
                              <a:solidFill>
                                <a:schemeClr val="tx1"/>
                              </a:solidFill>
                              <a:latin typeface="Cambria Math" panose="02040503050406030204" pitchFamily="18" charset="0"/>
                            </a:rPr>
                            <m:t>4</m:t>
                          </m:r>
                        </m:sup>
                      </m:sSup>
                    </m:oMath>
                  </m:oMathPara>
                </a14:m>
                <a:endParaRPr lang="en-US" b="0" dirty="0">
                  <a:solidFill>
                    <a:schemeClr val="tx1"/>
                  </a:solidFill>
                  <a:latin typeface="+mn-lt"/>
                </a:endParaRPr>
              </a:p>
              <a:p>
                <a:endParaRPr lang="en-US" sz="2000" b="0" dirty="0">
                  <a:solidFill>
                    <a:schemeClr val="tx1"/>
                  </a:solidFill>
                  <a:latin typeface="+mn-lt"/>
                </a:endParaRPr>
              </a:p>
              <a:p>
                <a:r>
                  <a:rPr lang="en-US" sz="2000" b="0" dirty="0">
                    <a:solidFill>
                      <a:schemeClr val="tx1"/>
                    </a:solidFill>
                    <a:latin typeface="+mn-lt"/>
                  </a:rPr>
                  <a:t>where:</a:t>
                </a:r>
              </a:p>
              <a:p>
                <a:pPr marL="357187" lvl="1" indent="0" defTabSz="228600">
                  <a:buClr>
                    <a:schemeClr val="tx1"/>
                  </a:buClr>
                  <a:buNone/>
                </a:pPr>
                <a:endParaRPr lang="en-US" sz="2000" b="0" dirty="0">
                  <a:solidFill>
                    <a:schemeClr val="tx1"/>
                  </a:solidFill>
                  <a:latin typeface="+mn-lt"/>
                  <a:sym typeface="Symbol" pitchFamily="2" charset="2"/>
                </a:endParaRPr>
              </a:p>
              <a:p>
                <a:pPr indent="-214313" defTabSz="228600">
                  <a:buClr>
                    <a:schemeClr val="tx1"/>
                  </a:buClr>
                  <a:tabLst>
                    <a:tab pos="402336" algn="r"/>
                    <a:tab pos="457200" algn="l"/>
                    <a:tab pos="685800" algn="l"/>
                  </a:tabLst>
                </a:pPr>
                <a:r>
                  <a:rPr lang="en-US" b="0" dirty="0">
                    <a:solidFill>
                      <a:schemeClr val="tx1"/>
                    </a:solidFill>
                    <a:sym typeface="Symbol" pitchFamily="2" charset="2"/>
                  </a:rPr>
                  <a:t>		</a:t>
                </a:r>
                <a:r>
                  <a:rPr lang="en-US" b="0" dirty="0">
                    <a:solidFill>
                      <a:schemeClr val="tx1"/>
                    </a:solidFill>
                  </a:rPr>
                  <a:t>=	emissivity of water,</a:t>
                </a:r>
                <a:r>
                  <a:rPr lang="en-US" b="0" i="1" dirty="0">
                    <a:solidFill>
                      <a:schemeClr val="tx1"/>
                    </a:solidFill>
                  </a:rPr>
                  <a:t> </a:t>
                </a:r>
                <a:r>
                  <a:rPr lang="en-US" b="0" dirty="0">
                    <a:solidFill>
                      <a:schemeClr val="tx1"/>
                    </a:solidFill>
                  </a:rPr>
                  <a:t>0.97</a:t>
                </a:r>
              </a:p>
              <a:p>
                <a:pPr indent="-214313" defTabSz="228600">
                  <a:buClr>
                    <a:schemeClr val="tx1"/>
                  </a:buClr>
                  <a:tabLst>
                    <a:tab pos="402336" algn="r"/>
                    <a:tab pos="457200" algn="l"/>
                    <a:tab pos="685800" algn="l"/>
                  </a:tabLst>
                </a:pPr>
                <a:r>
                  <a:rPr lang="en-US" b="0" dirty="0">
                    <a:solidFill>
                      <a:schemeClr val="tx1"/>
                    </a:solidFill>
                    <a:sym typeface="Symbol" pitchFamily="2" charset="2"/>
                  </a:rPr>
                  <a:t>		</a:t>
                </a:r>
                <a:r>
                  <a:rPr lang="en-US" b="0" dirty="0">
                    <a:solidFill>
                      <a:schemeClr val="tx1"/>
                    </a:solidFill>
                  </a:rPr>
                  <a:t>=	Stephan-Boltzmann constant,</a:t>
                </a:r>
                <a:r>
                  <a:rPr lang="en-US" b="0" i="1" dirty="0">
                    <a:solidFill>
                      <a:schemeClr val="tx1"/>
                    </a:solidFill>
                  </a:rPr>
                  <a:t> 5.67 x 10</a:t>
                </a:r>
                <a:r>
                  <a:rPr lang="en-US" b="0" i="1" baseline="30000" dirty="0">
                    <a:solidFill>
                      <a:schemeClr val="tx1"/>
                    </a:solidFill>
                  </a:rPr>
                  <a:t>-8</a:t>
                </a:r>
                <a:r>
                  <a:rPr lang="en-US" b="0" i="1" dirty="0">
                    <a:solidFill>
                      <a:schemeClr val="tx1"/>
                    </a:solidFill>
                  </a:rPr>
                  <a:t> W </a:t>
                </a:r>
                <a:r>
                  <a:rPr lang="en-US" b="0" dirty="0">
                    <a:solidFill>
                      <a:schemeClr val="tx1"/>
                    </a:solidFill>
                  </a:rPr>
                  <a:t>m</a:t>
                </a:r>
                <a:r>
                  <a:rPr lang="en-US" b="0" baseline="30000" dirty="0">
                    <a:solidFill>
                      <a:schemeClr val="tx1"/>
                    </a:solidFill>
                  </a:rPr>
                  <a:t>‑2</a:t>
                </a:r>
                <a:r>
                  <a:rPr lang="en-US" b="0" dirty="0">
                    <a:solidFill>
                      <a:schemeClr val="tx1"/>
                    </a:solidFill>
                  </a:rPr>
                  <a:t> </a:t>
                </a:r>
                <a:r>
                  <a:rPr lang="en-US" b="0" baseline="30000" dirty="0">
                    <a:solidFill>
                      <a:schemeClr val="tx1"/>
                    </a:solidFill>
                  </a:rPr>
                  <a:t>o</a:t>
                </a:r>
                <a:r>
                  <a:rPr lang="en-US" b="0" dirty="0">
                    <a:solidFill>
                      <a:schemeClr val="tx1"/>
                    </a:solidFill>
                  </a:rPr>
                  <a:t>K</a:t>
                </a:r>
                <a:r>
                  <a:rPr lang="en-US" b="0" baseline="30000" dirty="0">
                    <a:solidFill>
                      <a:schemeClr val="tx1"/>
                    </a:solidFill>
                  </a:rPr>
                  <a:t>-4</a:t>
                </a:r>
                <a:endParaRPr lang="en-US" b="0" dirty="0">
                  <a:solidFill>
                    <a:schemeClr val="tx1"/>
                  </a:solidFill>
                </a:endParaRPr>
              </a:p>
              <a:p>
                <a:pPr indent="-214313" defTabSz="228600">
                  <a:buClr>
                    <a:schemeClr val="tx1"/>
                  </a:buClr>
                  <a:tabLst>
                    <a:tab pos="402336" algn="r"/>
                    <a:tab pos="457200" algn="l"/>
                    <a:tab pos="685800" algn="l"/>
                  </a:tabLst>
                </a:pPr>
                <a:r>
                  <a:rPr lang="en-US" b="0" i="1" dirty="0">
                    <a:solidFill>
                      <a:schemeClr val="tx1"/>
                    </a:solidFill>
                  </a:rPr>
                  <a:t>	T</a:t>
                </a:r>
                <a:r>
                  <a:rPr lang="en-US" b="0" i="1" baseline="-25000" dirty="0">
                    <a:solidFill>
                      <a:schemeClr val="tx1"/>
                    </a:solidFill>
                  </a:rPr>
                  <a:t>s</a:t>
                </a:r>
                <a:r>
                  <a:rPr lang="en-US" b="0" i="1" dirty="0">
                    <a:solidFill>
                      <a:schemeClr val="tx1"/>
                    </a:solidFill>
                  </a:rPr>
                  <a:t>	</a:t>
                </a:r>
                <a:r>
                  <a:rPr lang="en-US" b="0" dirty="0">
                    <a:solidFill>
                      <a:schemeClr val="tx1"/>
                    </a:solidFill>
                  </a:rPr>
                  <a:t>=	water surface temperature, </a:t>
                </a:r>
                <a:r>
                  <a:rPr lang="en-US" b="0" baseline="30000" dirty="0">
                    <a:solidFill>
                      <a:schemeClr val="tx1"/>
                    </a:solidFill>
                  </a:rPr>
                  <a:t>o</a:t>
                </a:r>
                <a:r>
                  <a:rPr lang="en-US" b="0" dirty="0">
                    <a:solidFill>
                      <a:schemeClr val="tx1"/>
                    </a:solidFill>
                  </a:rPr>
                  <a:t>C</a:t>
                </a:r>
              </a:p>
              <a:p>
                <a:endParaRPr lang="en-US" sz="2000" b="0" dirty="0">
                  <a:solidFill>
                    <a:schemeClr val="tx1"/>
                  </a:solidFill>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98026" y="999640"/>
                <a:ext cx="7089819" cy="4220809"/>
              </a:xfrm>
              <a:blipFill>
                <a:blip r:embed="rId2"/>
                <a:stretch>
                  <a:fillRect l="-860" t="-723"/>
                </a:stretch>
              </a:blipFill>
            </p:spPr>
            <p:txBody>
              <a:bodyPr/>
              <a:lstStyle/>
              <a:p>
                <a:r>
                  <a:rPr lang="en-US">
                    <a:noFill/>
                  </a:rPr>
                  <a:t> </a:t>
                </a:r>
              </a:p>
            </p:txBody>
          </p:sp>
        </mc:Fallback>
      </mc:AlternateContent>
      <p:sp>
        <p:nvSpPr>
          <p:cNvPr id="5" name="Slide Number Placeholder 4"/>
          <p:cNvSpPr>
            <a:spLocks noGrp="1"/>
          </p:cNvSpPr>
          <p:nvPr>
            <p:ph type="sldNum" sz="quarter" idx="11"/>
          </p:nvPr>
        </p:nvSpPr>
        <p:spPr/>
        <p:txBody>
          <a:bodyPr/>
          <a:lstStyle/>
          <a:p>
            <a:fld id="{9A257827-C34C-4251-B995-96C9C233CCC8}" type="slidenum">
              <a:rPr lang="en-US" smtClean="0"/>
              <a:pPr/>
              <a:t>15</a:t>
            </a:fld>
            <a:endParaRPr lang="en-US"/>
          </a:p>
        </p:txBody>
      </p:sp>
    </p:spTree>
    <p:extLst>
      <p:ext uri="{BB962C8B-B14F-4D97-AF65-F5344CB8AC3E}">
        <p14:creationId xmlns:p14="http://schemas.microsoft.com/office/powerpoint/2010/main" val="2653072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5019" y="257064"/>
            <a:ext cx="11176000" cy="584775"/>
          </a:xfrm>
          <a:noFill/>
          <a:ln w="9525">
            <a:noFill/>
            <a:miter lim="800000"/>
            <a:headEnd/>
            <a:tailEnd/>
          </a:ln>
        </p:spPr>
        <p:txBody>
          <a:bodyPr vert="horz" wrap="square" lIns="91440" tIns="45720" rIns="91440" bIns="45720" numCol="1" anchor="ctr" anchorCtr="0" compatLnSpc="1">
            <a:prstTxWarp prst="textNoShape">
              <a:avLst/>
            </a:prstTxWarp>
            <a:spAutoFit/>
          </a:bodyPr>
          <a:lstStyle/>
          <a:p>
            <a:r>
              <a:rPr lang="en-US" dirty="0">
                <a:solidFill>
                  <a:schemeClr val="tx1"/>
                </a:solidFill>
                <a:latin typeface="+mj-lt"/>
                <a:cs typeface="Times New Roman" panose="02020603050405020304" pitchFamily="18" charset="0"/>
              </a:rPr>
              <a:t>Evaporative Heat Loss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06400" y="1008014"/>
                <a:ext cx="11176000" cy="4973238"/>
              </a:xfrm>
            </p:spPr>
            <p:txBody>
              <a:bodyPr/>
              <a:lstStyle/>
              <a:p>
                <a:pPr>
                  <a:buClr>
                    <a:schemeClr val="tx1"/>
                  </a:buClr>
                </a:pPr>
                <a:r>
                  <a:rPr lang="en-US" b="0" dirty="0">
                    <a:solidFill>
                      <a:schemeClr val="tx1"/>
                    </a:solidFill>
                  </a:rPr>
                  <a:t>Also called latent heat loss, will not change the temperature, but the heat content will change, because of the energy it takes to change phases.</a:t>
                </a:r>
              </a:p>
              <a:p>
                <a:pPr>
                  <a:buClr>
                    <a:schemeClr val="tx1"/>
                  </a:buClr>
                </a:pPr>
                <a:endParaRPr lang="en-US" b="0" dirty="0">
                  <a:solidFill>
                    <a:schemeClr val="tx1"/>
                  </a:solidFill>
                </a:endParaRPr>
              </a:p>
              <a:p>
                <a:pPr>
                  <a:buClr>
                    <a:schemeClr val="tx1"/>
                  </a:buClr>
                </a:pPr>
                <a:r>
                  <a:rPr lang="en-US" b="0" dirty="0">
                    <a:solidFill>
                      <a:schemeClr val="tx1"/>
                    </a:solidFill>
                  </a:rPr>
                  <a:t>Evaporative heat loss is computed as:</a:t>
                </a:r>
              </a:p>
              <a:p>
                <a:pPr marL="342900" indent="-342900">
                  <a:buClr>
                    <a:schemeClr val="tx1"/>
                  </a:buClr>
                  <a:buFont typeface="Arial" panose="020B0604020202020204" pitchFamily="34" charset="0"/>
                  <a:buChar char="•"/>
                </a:pPr>
                <a:endParaRPr lang="en-US" b="0" dirty="0">
                  <a:solidFill>
                    <a:schemeClr val="tx1"/>
                  </a:solidFill>
                </a:endParaRPr>
              </a:p>
              <a:p>
                <a:pPr marL="357187" lvl="1" indent="0">
                  <a:buClr>
                    <a:schemeClr val="tx1"/>
                  </a:buClr>
                  <a:buNone/>
                </a:pPr>
                <a14:m>
                  <m:oMath xmlns:m="http://schemas.openxmlformats.org/officeDocument/2006/math">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𝜙</m:t>
                        </m:r>
                      </m:e>
                      <m:sub>
                        <m:r>
                          <a:rPr lang="en-US" b="0" i="1" smtClean="0">
                            <a:solidFill>
                              <a:schemeClr val="tx1"/>
                            </a:solidFill>
                            <a:latin typeface="Cambria Math" panose="02040503050406030204" pitchFamily="18" charset="0"/>
                          </a:rPr>
                          <m:t>𝑒</m:t>
                        </m:r>
                      </m:sub>
                    </m:sSub>
                    <m:r>
                      <a:rPr lang="en-US" b="0" i="1" smtClean="0">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𝑓</m:t>
                    </m:r>
                    <m:r>
                      <a:rPr lang="en-US" b="0" i="1" smtClean="0">
                        <a:solidFill>
                          <a:schemeClr val="tx1"/>
                        </a:solidFill>
                        <a:latin typeface="Cambria Math" panose="02040503050406030204" pitchFamily="18" charset="0"/>
                      </a:rPr>
                      <m:t>(</m:t>
                    </m:r>
                    <m:sSub>
                      <m:sSubPr>
                        <m:ctrlPr>
                          <a:rPr lang="en-US" b="0" i="1">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𝑊</m:t>
                        </m:r>
                      </m:e>
                      <m:sub>
                        <m:r>
                          <a:rPr lang="en-US" b="0" i="1" smtClean="0">
                            <a:solidFill>
                              <a:schemeClr val="tx1"/>
                            </a:solidFill>
                            <a:latin typeface="Cambria Math" panose="02040503050406030204" pitchFamily="18" charset="0"/>
                          </a:rPr>
                          <m:t>𝑧</m:t>
                        </m:r>
                      </m:sub>
                    </m:sSub>
                    <m:r>
                      <a:rPr lang="en-US" b="0" i="1" smtClean="0">
                        <a:solidFill>
                          <a:schemeClr val="tx1"/>
                        </a:solidFill>
                        <a:latin typeface="Cambria Math" panose="02040503050406030204" pitchFamily="18" charset="0"/>
                      </a:rPr>
                      <m:t>)</m:t>
                    </m:r>
                    <m:d>
                      <m:dPr>
                        <m:ctrlPr>
                          <a:rPr lang="en-US" b="0" i="1">
                            <a:solidFill>
                              <a:schemeClr val="tx1"/>
                            </a:solidFill>
                            <a:latin typeface="Cambria Math" panose="02040503050406030204" pitchFamily="18" charset="0"/>
                          </a:rPr>
                        </m:ctrlPr>
                      </m:dPr>
                      <m:e>
                        <m:sSub>
                          <m:sSubPr>
                            <m:ctrlPr>
                              <a:rPr lang="en-US" b="0" i="1">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𝑒</m:t>
                            </m:r>
                          </m:e>
                          <m:sub>
                            <m:r>
                              <a:rPr lang="en-US" b="0" i="1" smtClean="0">
                                <a:solidFill>
                                  <a:schemeClr val="tx1"/>
                                </a:solidFill>
                                <a:latin typeface="Cambria Math" panose="02040503050406030204" pitchFamily="18" charset="0"/>
                              </a:rPr>
                              <m:t>𝑠</m:t>
                            </m:r>
                          </m:sub>
                        </m:sSub>
                        <m:r>
                          <a:rPr lang="en-US" b="0" i="1" smtClean="0">
                            <a:solidFill>
                              <a:schemeClr val="tx1"/>
                            </a:solidFill>
                            <a:latin typeface="Cambria Math" panose="02040503050406030204" pitchFamily="18" charset="0"/>
                          </a:rPr>
                          <m:t>−</m:t>
                        </m:r>
                        <m:sSub>
                          <m:sSubPr>
                            <m:ctrlPr>
                              <a:rPr lang="en-US" b="0" i="1">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𝑒</m:t>
                            </m:r>
                          </m:e>
                          <m:sub>
                            <m:r>
                              <a:rPr lang="en-US" b="0" i="1" smtClean="0">
                                <a:solidFill>
                                  <a:schemeClr val="tx1"/>
                                </a:solidFill>
                                <a:latin typeface="Cambria Math" panose="02040503050406030204" pitchFamily="18" charset="0"/>
                              </a:rPr>
                              <m:t>𝑎</m:t>
                            </m:r>
                          </m:sub>
                        </m:sSub>
                      </m:e>
                    </m:d>
                  </m:oMath>
                </a14:m>
                <a:r>
                  <a:rPr lang="en-US" b="0" dirty="0">
                    <a:solidFill>
                      <a:schemeClr val="tx1"/>
                    </a:solidFill>
                    <a:effectLst/>
                  </a:rPr>
                  <a:t> </a:t>
                </a:r>
              </a:p>
              <a:p>
                <a:pPr marL="342900" indent="-342900">
                  <a:buClr>
                    <a:schemeClr val="tx1"/>
                  </a:buClr>
                  <a:buFont typeface="Arial" panose="020B0604020202020204" pitchFamily="34" charset="0"/>
                  <a:buChar char="•"/>
                </a:pPr>
                <a:endParaRPr lang="en-US" b="0" dirty="0">
                  <a:solidFill>
                    <a:schemeClr val="tx1"/>
                  </a:solidFill>
                </a:endParaRPr>
              </a:p>
              <a:p>
                <a:pPr>
                  <a:buClr>
                    <a:schemeClr val="tx1"/>
                  </a:buClr>
                </a:pPr>
                <a:r>
                  <a:rPr lang="en-US" b="0" dirty="0">
                    <a:solidFill>
                      <a:schemeClr val="tx1"/>
                    </a:solidFill>
                  </a:rPr>
                  <a:t>where:</a:t>
                </a:r>
              </a:p>
              <a:p>
                <a:pPr marL="342900" indent="-342900">
                  <a:buClr>
                    <a:schemeClr val="tx1"/>
                  </a:buClr>
                  <a:buFont typeface="Arial" panose="020B0604020202020204" pitchFamily="34" charset="0"/>
                  <a:buChar char="•"/>
                </a:pPr>
                <a:endParaRPr lang="en-US" b="0" dirty="0">
                  <a:solidFill>
                    <a:schemeClr val="tx1"/>
                  </a:solidFill>
                </a:endParaRPr>
              </a:p>
              <a:p>
                <a:pPr indent="-214313" defTabSz="228600">
                  <a:buClr>
                    <a:schemeClr val="tx1"/>
                  </a:buClr>
                  <a:tabLst>
                    <a:tab pos="502920" algn="r"/>
                    <a:tab pos="685800" algn="l"/>
                    <a:tab pos="914400" algn="l"/>
                  </a:tabLst>
                </a:pPr>
                <a:r>
                  <a:rPr lang="en-US" b="0" dirty="0">
                    <a:solidFill>
                      <a:schemeClr val="tx1"/>
                    </a:solidFill>
                  </a:rPr>
                  <a:t>	f(</a:t>
                </a:r>
                <a:r>
                  <a:rPr lang="en-US" b="0" dirty="0" err="1">
                    <a:solidFill>
                      <a:schemeClr val="tx1"/>
                    </a:solidFill>
                  </a:rPr>
                  <a:t>W</a:t>
                </a:r>
                <a:r>
                  <a:rPr lang="en-US" b="0" baseline="-25000" dirty="0" err="1">
                    <a:solidFill>
                      <a:schemeClr val="tx1"/>
                    </a:solidFill>
                  </a:rPr>
                  <a:t>z</a:t>
                </a:r>
                <a:r>
                  <a:rPr lang="en-US" b="0" dirty="0">
                    <a:solidFill>
                      <a:schemeClr val="tx1"/>
                    </a:solidFill>
                  </a:rPr>
                  <a:t>)	=	 evaporative wind speed function at wind height of z,</a:t>
                </a:r>
                <a:r>
                  <a:rPr lang="en-US" b="0" i="1" dirty="0">
                    <a:solidFill>
                      <a:schemeClr val="tx1"/>
                    </a:solidFill>
                  </a:rPr>
                  <a:t> W </a:t>
                </a:r>
                <a:r>
                  <a:rPr lang="en-US" b="0" dirty="0">
                    <a:solidFill>
                      <a:schemeClr val="tx1"/>
                    </a:solidFill>
                  </a:rPr>
                  <a:t>m</a:t>
                </a:r>
                <a:r>
                  <a:rPr lang="en-US" b="0" baseline="30000" dirty="0">
                    <a:solidFill>
                      <a:schemeClr val="tx1"/>
                    </a:solidFill>
                  </a:rPr>
                  <a:t>‑2</a:t>
                </a:r>
                <a:r>
                  <a:rPr lang="en-US" b="0" dirty="0">
                    <a:solidFill>
                      <a:schemeClr val="tx1"/>
                    </a:solidFill>
                  </a:rPr>
                  <a:t> mm Hg</a:t>
                </a:r>
                <a:r>
                  <a:rPr lang="en-US" b="0" baseline="30000" dirty="0">
                    <a:solidFill>
                      <a:schemeClr val="tx1"/>
                    </a:solidFill>
                  </a:rPr>
                  <a:t>-1</a:t>
                </a:r>
                <a:endParaRPr lang="en-US" b="0" dirty="0">
                  <a:solidFill>
                    <a:schemeClr val="tx1"/>
                  </a:solidFill>
                </a:endParaRPr>
              </a:p>
              <a:p>
                <a:pPr indent="-214313" defTabSz="228600">
                  <a:buClr>
                    <a:schemeClr val="tx1"/>
                  </a:buClr>
                  <a:tabLst>
                    <a:tab pos="502920" algn="r"/>
                    <a:tab pos="685800" algn="l"/>
                    <a:tab pos="914400" algn="l"/>
                  </a:tabLst>
                </a:pPr>
                <a:r>
                  <a:rPr lang="en-US" b="0" i="1" dirty="0">
                    <a:solidFill>
                      <a:schemeClr val="tx1"/>
                    </a:solidFill>
                  </a:rPr>
                  <a:t>	e</a:t>
                </a:r>
                <a:r>
                  <a:rPr lang="en-US" b="0" i="1" baseline="-25000" dirty="0">
                    <a:solidFill>
                      <a:schemeClr val="tx1"/>
                    </a:solidFill>
                  </a:rPr>
                  <a:t>s	</a:t>
                </a:r>
                <a:r>
                  <a:rPr lang="en-US" b="0" dirty="0">
                    <a:solidFill>
                      <a:schemeClr val="tx1"/>
                    </a:solidFill>
                  </a:rPr>
                  <a:t>=	saturation vapor pressure at the water surface,</a:t>
                </a:r>
                <a:r>
                  <a:rPr lang="en-US" b="0" i="1" dirty="0">
                    <a:solidFill>
                      <a:schemeClr val="tx1"/>
                    </a:solidFill>
                  </a:rPr>
                  <a:t> </a:t>
                </a:r>
                <a:r>
                  <a:rPr lang="en-US" b="0" dirty="0">
                    <a:solidFill>
                      <a:schemeClr val="tx1"/>
                    </a:solidFill>
                  </a:rPr>
                  <a:t>mm Hg</a:t>
                </a:r>
              </a:p>
              <a:p>
                <a:pPr indent="-214313" defTabSz="228600">
                  <a:buClr>
                    <a:schemeClr val="tx1"/>
                  </a:buClr>
                  <a:tabLst>
                    <a:tab pos="502920" algn="r"/>
                    <a:tab pos="685800" algn="l"/>
                    <a:tab pos="914400" algn="l"/>
                  </a:tabLst>
                </a:pPr>
                <a:r>
                  <a:rPr lang="en-US" b="0" i="1" dirty="0">
                    <a:solidFill>
                      <a:schemeClr val="tx1"/>
                    </a:solidFill>
                  </a:rPr>
                  <a:t>	</a:t>
                </a:r>
                <a:r>
                  <a:rPr lang="en-US" b="0" i="1" dirty="0" err="1">
                    <a:solidFill>
                      <a:schemeClr val="tx1"/>
                    </a:solidFill>
                  </a:rPr>
                  <a:t>e</a:t>
                </a:r>
                <a:r>
                  <a:rPr lang="en-US" b="0" i="1" baseline="-25000" dirty="0" err="1">
                    <a:solidFill>
                      <a:schemeClr val="tx1"/>
                    </a:solidFill>
                  </a:rPr>
                  <a:t>a</a:t>
                </a:r>
                <a:r>
                  <a:rPr lang="en-US" b="0" i="1" baseline="-25000" dirty="0">
                    <a:solidFill>
                      <a:schemeClr val="tx1"/>
                    </a:solidFill>
                  </a:rPr>
                  <a:t>	</a:t>
                </a:r>
                <a:r>
                  <a:rPr lang="en-US" b="0" dirty="0">
                    <a:solidFill>
                      <a:schemeClr val="tx1"/>
                    </a:solidFill>
                  </a:rPr>
                  <a:t>=	atmo­spheric vapor pres­sure,</a:t>
                </a:r>
                <a:r>
                  <a:rPr lang="en-US" b="0" i="1" dirty="0">
                    <a:solidFill>
                      <a:schemeClr val="tx1"/>
                    </a:solidFill>
                  </a:rPr>
                  <a:t> </a:t>
                </a:r>
                <a:r>
                  <a:rPr lang="en-US" b="0" dirty="0">
                    <a:solidFill>
                      <a:schemeClr val="tx1"/>
                    </a:solidFill>
                  </a:rPr>
                  <a:t>mm Hg</a:t>
                </a:r>
              </a:p>
              <a:p>
                <a:pPr marL="285750" indent="-285750">
                  <a:buClr>
                    <a:schemeClr val="tx1"/>
                  </a:buClr>
                  <a:buFont typeface="Arial" panose="020B0604020202020204" pitchFamily="34" charset="0"/>
                  <a:buChar char="•"/>
                </a:pPr>
                <a:endParaRPr lang="en-US" b="0" dirty="0">
                  <a:solidFill>
                    <a:schemeClr val="tx1"/>
                  </a:solidFill>
                  <a:latin typeface="+mn-lt"/>
                </a:endParaRPr>
              </a:p>
              <a:p>
                <a:endParaRPr lang="en-US" b="0" dirty="0">
                  <a:solidFill>
                    <a:schemeClr val="tx1"/>
                  </a:solidFill>
                  <a:latin typeface="+mn-lt"/>
                </a:endParaRPr>
              </a:p>
              <a:p>
                <a:endParaRPr lang="en-US" b="0" dirty="0">
                  <a:solidFill>
                    <a:schemeClr val="tx1"/>
                  </a:solidFill>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06400" y="1008014"/>
                <a:ext cx="11176000" cy="4973238"/>
              </a:xfrm>
              <a:blipFill>
                <a:blip r:embed="rId2"/>
                <a:stretch>
                  <a:fillRect l="-568" t="-510" r="-908"/>
                </a:stretch>
              </a:blipFill>
            </p:spPr>
            <p:txBody>
              <a:bodyPr/>
              <a:lstStyle/>
              <a:p>
                <a:r>
                  <a:rPr lang="en-US">
                    <a:noFill/>
                  </a:rPr>
                  <a:t> </a:t>
                </a:r>
              </a:p>
            </p:txBody>
          </p:sp>
        </mc:Fallback>
      </mc:AlternateContent>
      <p:sp>
        <p:nvSpPr>
          <p:cNvPr id="5" name="Slide Number Placeholder 4"/>
          <p:cNvSpPr>
            <a:spLocks noGrp="1"/>
          </p:cNvSpPr>
          <p:nvPr>
            <p:ph type="sldNum" sz="quarter" idx="11"/>
          </p:nvPr>
        </p:nvSpPr>
        <p:spPr/>
        <p:txBody>
          <a:bodyPr/>
          <a:lstStyle/>
          <a:p>
            <a:fld id="{9A257827-C34C-4251-B995-96C9C233CCC8}" type="slidenum">
              <a:rPr lang="en-US" smtClean="0"/>
              <a:pPr/>
              <a:t>16</a:t>
            </a:fld>
            <a:endParaRPr lang="en-US"/>
          </a:p>
        </p:txBody>
      </p:sp>
    </p:spTree>
    <p:extLst>
      <p:ext uri="{BB962C8B-B14F-4D97-AF65-F5344CB8AC3E}">
        <p14:creationId xmlns:p14="http://schemas.microsoft.com/office/powerpoint/2010/main" val="37339163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1767" y="257064"/>
            <a:ext cx="11176000" cy="584775"/>
          </a:xfrm>
          <a:noFill/>
          <a:ln w="9525">
            <a:noFill/>
            <a:miter lim="800000"/>
            <a:headEnd/>
            <a:tailEnd/>
          </a:ln>
        </p:spPr>
        <p:txBody>
          <a:bodyPr vert="horz" wrap="square" lIns="91440" tIns="45720" rIns="91440" bIns="45720" numCol="1" anchor="ctr" anchorCtr="0" compatLnSpc="1">
            <a:prstTxWarp prst="textNoShape">
              <a:avLst/>
            </a:prstTxWarp>
            <a:spAutoFit/>
          </a:bodyPr>
          <a:lstStyle/>
          <a:p>
            <a:r>
              <a:rPr lang="en-US" dirty="0">
                <a:solidFill>
                  <a:schemeClr val="tx1"/>
                </a:solidFill>
                <a:latin typeface="+mj-lt"/>
                <a:cs typeface="Times New Roman" panose="02020603050405020304" pitchFamily="18" charset="0"/>
              </a:rPr>
              <a:t>Conductive/Convective Heat Loss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06400" y="1008014"/>
                <a:ext cx="7089819" cy="4220809"/>
              </a:xfrm>
            </p:spPr>
            <p:txBody>
              <a:bodyPr/>
              <a:lstStyle/>
              <a:p>
                <a:pPr>
                  <a:buClr>
                    <a:schemeClr val="tx1"/>
                  </a:buClr>
                </a:pPr>
                <a:r>
                  <a:rPr lang="en-US" b="0" dirty="0">
                    <a:solidFill>
                      <a:schemeClr val="tx1"/>
                    </a:solidFill>
                    <a:latin typeface="+mn-lt"/>
                  </a:rPr>
                  <a:t>Surface heat conduction is computed as:</a:t>
                </a:r>
              </a:p>
              <a:p>
                <a:pPr>
                  <a:buClr>
                    <a:schemeClr val="tx1"/>
                  </a:buClr>
                </a:pPr>
                <a:endParaRPr lang="en-US" b="0" dirty="0">
                  <a:solidFill>
                    <a:schemeClr val="tx1"/>
                  </a:solidFill>
                  <a:latin typeface="+mn-lt"/>
                </a:endParaRPr>
              </a:p>
              <a:p>
                <a:pPr marL="357187" lvl="1" indent="0">
                  <a:buClr>
                    <a:schemeClr val="tx1"/>
                  </a:buClr>
                  <a:buNone/>
                </a:pPr>
                <a14:m>
                  <m:oMath xmlns:m="http://schemas.openxmlformats.org/officeDocument/2006/math">
                    <m:sSub>
                      <m:sSubPr>
                        <m:ctrlPr>
                          <a:rPr lang="en-US" b="0" i="1">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𝜙</m:t>
                        </m:r>
                      </m:e>
                      <m:sub>
                        <m:r>
                          <a:rPr lang="en-US" b="0" i="1" smtClean="0">
                            <a:solidFill>
                              <a:schemeClr val="tx1"/>
                            </a:solidFill>
                            <a:latin typeface="Cambria Math" panose="02040503050406030204" pitchFamily="18" charset="0"/>
                          </a:rPr>
                          <m:t>𝑐</m:t>
                        </m:r>
                      </m:sub>
                    </m:sSub>
                    <m:r>
                      <a:rPr lang="en-US" b="0" i="1" smtClean="0">
                        <a:solidFill>
                          <a:schemeClr val="tx1"/>
                        </a:solidFill>
                        <a:latin typeface="Cambria Math" panose="02040503050406030204" pitchFamily="18" charset="0"/>
                      </a:rPr>
                      <m:t>=</m:t>
                    </m:r>
                    <m:sSub>
                      <m:sSubPr>
                        <m:ctrlPr>
                          <a:rPr lang="en-US" b="0" i="1">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𝐶</m:t>
                        </m:r>
                      </m:e>
                      <m:sub>
                        <m:r>
                          <a:rPr lang="en-US" b="0" i="1" smtClean="0">
                            <a:solidFill>
                              <a:schemeClr val="tx1"/>
                            </a:solidFill>
                            <a:latin typeface="Cambria Math" panose="02040503050406030204" pitchFamily="18" charset="0"/>
                          </a:rPr>
                          <m:t>𝑐</m:t>
                        </m:r>
                      </m:sub>
                    </m:sSub>
                    <m:r>
                      <a:rPr lang="en-US" b="0" i="1" smtClean="0">
                        <a:solidFill>
                          <a:schemeClr val="tx1"/>
                        </a:solidFill>
                        <a:latin typeface="Cambria Math" panose="02040503050406030204" pitchFamily="18" charset="0"/>
                      </a:rPr>
                      <m:t>𝑓</m:t>
                    </m:r>
                    <m:r>
                      <a:rPr lang="en-US" b="0" i="1" smtClean="0">
                        <a:solidFill>
                          <a:schemeClr val="tx1"/>
                        </a:solidFill>
                        <a:latin typeface="Cambria Math" panose="02040503050406030204" pitchFamily="18" charset="0"/>
                      </a:rPr>
                      <m:t>(</m:t>
                    </m:r>
                    <m:sSub>
                      <m:sSubPr>
                        <m:ctrlPr>
                          <a:rPr lang="en-US" b="0" i="1">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𝑊</m:t>
                        </m:r>
                      </m:e>
                      <m:sub>
                        <m:r>
                          <a:rPr lang="en-US" b="0" i="1" smtClean="0">
                            <a:solidFill>
                              <a:schemeClr val="tx1"/>
                            </a:solidFill>
                            <a:latin typeface="Cambria Math" panose="02040503050406030204" pitchFamily="18" charset="0"/>
                          </a:rPr>
                          <m:t>𝑧</m:t>
                        </m:r>
                      </m:sub>
                    </m:sSub>
                    <m:r>
                      <a:rPr lang="en-US" b="0" i="1" smtClean="0">
                        <a:solidFill>
                          <a:schemeClr val="tx1"/>
                        </a:solidFill>
                        <a:latin typeface="Cambria Math" panose="02040503050406030204" pitchFamily="18" charset="0"/>
                      </a:rPr>
                      <m:t>)</m:t>
                    </m:r>
                    <m:d>
                      <m:dPr>
                        <m:ctrlPr>
                          <a:rPr lang="en-US" b="0" i="1">
                            <a:solidFill>
                              <a:schemeClr val="tx1"/>
                            </a:solidFill>
                            <a:latin typeface="Cambria Math" panose="02040503050406030204" pitchFamily="18" charset="0"/>
                          </a:rPr>
                        </m:ctrlPr>
                      </m:dPr>
                      <m:e>
                        <m:sSub>
                          <m:sSubPr>
                            <m:ctrlPr>
                              <a:rPr lang="en-US" b="0" i="1">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𝑇</m:t>
                            </m:r>
                          </m:e>
                          <m:sub>
                            <m:r>
                              <a:rPr lang="en-US" b="0" i="1" smtClean="0">
                                <a:solidFill>
                                  <a:schemeClr val="tx1"/>
                                </a:solidFill>
                                <a:latin typeface="Cambria Math" panose="02040503050406030204" pitchFamily="18" charset="0"/>
                              </a:rPr>
                              <m:t>𝑠</m:t>
                            </m:r>
                          </m:sub>
                        </m:sSub>
                        <m:r>
                          <a:rPr lang="en-US" b="0" i="1" smtClean="0">
                            <a:solidFill>
                              <a:schemeClr val="tx1"/>
                            </a:solidFill>
                            <a:latin typeface="Cambria Math" panose="02040503050406030204" pitchFamily="18" charset="0"/>
                          </a:rPr>
                          <m:t>−</m:t>
                        </m:r>
                        <m:sSub>
                          <m:sSubPr>
                            <m:ctrlPr>
                              <a:rPr lang="en-US" b="0" i="1">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𝑇</m:t>
                            </m:r>
                          </m:e>
                          <m:sub>
                            <m:r>
                              <a:rPr lang="en-US" b="0" i="1" smtClean="0">
                                <a:solidFill>
                                  <a:schemeClr val="tx1"/>
                                </a:solidFill>
                                <a:latin typeface="Cambria Math" panose="02040503050406030204" pitchFamily="18" charset="0"/>
                              </a:rPr>
                              <m:t>𝑎</m:t>
                            </m:r>
                          </m:sub>
                        </m:sSub>
                      </m:e>
                    </m:d>
                  </m:oMath>
                </a14:m>
                <a:r>
                  <a:rPr lang="en-US" b="0" dirty="0">
                    <a:solidFill>
                      <a:schemeClr val="tx1"/>
                    </a:solidFill>
                    <a:effectLst/>
                  </a:rPr>
                  <a:t> </a:t>
                </a:r>
              </a:p>
              <a:p>
                <a:pPr>
                  <a:buClr>
                    <a:schemeClr val="tx1"/>
                  </a:buClr>
                </a:pPr>
                <a:endParaRPr lang="en-US" b="0" dirty="0">
                  <a:solidFill>
                    <a:schemeClr val="tx1"/>
                  </a:solidFill>
                  <a:latin typeface="+mn-lt"/>
                </a:endParaRPr>
              </a:p>
              <a:p>
                <a:pPr>
                  <a:buClr>
                    <a:schemeClr val="tx1"/>
                  </a:buClr>
                </a:pPr>
                <a:r>
                  <a:rPr lang="en-US" b="0" dirty="0">
                    <a:solidFill>
                      <a:schemeClr val="tx1"/>
                    </a:solidFill>
                    <a:latin typeface="+mn-lt"/>
                  </a:rPr>
                  <a:t>where:</a:t>
                </a:r>
              </a:p>
              <a:p>
                <a:pPr>
                  <a:buClr>
                    <a:schemeClr val="tx1"/>
                  </a:buClr>
                </a:pPr>
                <a:endParaRPr lang="en-US" b="0" dirty="0">
                  <a:solidFill>
                    <a:schemeClr val="tx1"/>
                  </a:solidFill>
                  <a:latin typeface="+mn-lt"/>
                </a:endParaRPr>
              </a:p>
              <a:p>
                <a:pPr marL="357187" lvl="1" indent="0" defTabSz="228600">
                  <a:buClr>
                    <a:schemeClr val="tx1"/>
                  </a:buClr>
                  <a:buNone/>
                </a:pPr>
                <a:r>
                  <a:rPr lang="en-US" b="0" i="1" dirty="0">
                    <a:solidFill>
                      <a:schemeClr val="tx1"/>
                    </a:solidFill>
                  </a:rPr>
                  <a:t>C</a:t>
                </a:r>
                <a:r>
                  <a:rPr lang="en-US" b="0" i="1" baseline="-25000" dirty="0">
                    <a:solidFill>
                      <a:schemeClr val="tx1"/>
                    </a:solidFill>
                  </a:rPr>
                  <a:t>c	</a:t>
                </a:r>
                <a:r>
                  <a:rPr lang="en-US" b="0" dirty="0">
                    <a:solidFill>
                      <a:schemeClr val="tx1"/>
                    </a:solidFill>
                  </a:rPr>
                  <a:t>= Bowen's coefficient,</a:t>
                </a:r>
                <a:r>
                  <a:rPr lang="en-US" b="0" i="1" dirty="0">
                    <a:solidFill>
                      <a:schemeClr val="tx1"/>
                    </a:solidFill>
                  </a:rPr>
                  <a:t> 0.47 </a:t>
                </a:r>
                <a:r>
                  <a:rPr lang="en-US" b="0" dirty="0">
                    <a:solidFill>
                      <a:schemeClr val="tx1"/>
                    </a:solidFill>
                  </a:rPr>
                  <a:t>mm Hg </a:t>
                </a:r>
                <a:r>
                  <a:rPr lang="en-US" b="0" baseline="30000" dirty="0">
                    <a:solidFill>
                      <a:schemeClr val="tx1"/>
                    </a:solidFill>
                  </a:rPr>
                  <a:t>o</a:t>
                </a:r>
                <a:r>
                  <a:rPr lang="en-US" b="0" dirty="0">
                    <a:solidFill>
                      <a:schemeClr val="tx1"/>
                    </a:solidFill>
                  </a:rPr>
                  <a:t>C</a:t>
                </a:r>
                <a:r>
                  <a:rPr lang="en-US" b="0" baseline="30000" dirty="0">
                    <a:solidFill>
                      <a:schemeClr val="tx1"/>
                    </a:solidFill>
                  </a:rPr>
                  <a:t>-1</a:t>
                </a:r>
                <a:endParaRPr lang="en-US" b="0" dirty="0">
                  <a:solidFill>
                    <a:schemeClr val="tx1"/>
                  </a:solidFill>
                </a:endParaRPr>
              </a:p>
              <a:p>
                <a:pPr marL="357187" lvl="1" indent="0" defTabSz="228600">
                  <a:buClr>
                    <a:schemeClr val="tx1"/>
                  </a:buClr>
                  <a:buNone/>
                </a:pPr>
                <a:r>
                  <a:rPr lang="en-US" b="0" i="1" dirty="0">
                    <a:solidFill>
                      <a:schemeClr val="tx1"/>
                    </a:solidFill>
                  </a:rPr>
                  <a:t>T</a:t>
                </a:r>
                <a:r>
                  <a:rPr lang="en-US" b="0" i="1" baseline="-25000" dirty="0">
                    <a:solidFill>
                      <a:schemeClr val="tx1"/>
                    </a:solidFill>
                  </a:rPr>
                  <a:t>a	</a:t>
                </a:r>
                <a:r>
                  <a:rPr lang="en-US" b="0" dirty="0">
                    <a:solidFill>
                      <a:schemeClr val="tx1"/>
                    </a:solidFill>
                  </a:rPr>
                  <a:t>= air temperature, </a:t>
                </a:r>
                <a:r>
                  <a:rPr lang="en-US" b="0" baseline="30000" dirty="0">
                    <a:solidFill>
                      <a:schemeClr val="tx1"/>
                    </a:solidFill>
                  </a:rPr>
                  <a:t>o</a:t>
                </a:r>
                <a:r>
                  <a:rPr lang="en-US" b="0" dirty="0">
                    <a:solidFill>
                      <a:schemeClr val="tx1"/>
                    </a:solidFill>
                  </a:rPr>
                  <a:t>C</a:t>
                </a:r>
              </a:p>
              <a:p>
                <a:pPr>
                  <a:buClr>
                    <a:schemeClr val="tx1"/>
                  </a:buClr>
                </a:pPr>
                <a:endParaRPr lang="en-US" b="0" dirty="0">
                  <a:solidFill>
                    <a:schemeClr val="tx1"/>
                  </a:solidFill>
                  <a:latin typeface="+mn-lt"/>
                </a:endParaRPr>
              </a:p>
              <a:p>
                <a:pPr>
                  <a:buClr>
                    <a:schemeClr val="tx1"/>
                  </a:buClr>
                </a:pPr>
                <a:endParaRPr lang="en-US" b="0" dirty="0">
                  <a:solidFill>
                    <a:schemeClr val="tx1"/>
                  </a:solidFill>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06400" y="1008014"/>
                <a:ext cx="7089819" cy="4220809"/>
              </a:xfrm>
              <a:blipFill>
                <a:blip r:embed="rId2"/>
                <a:stretch>
                  <a:fillRect l="-894" t="-601"/>
                </a:stretch>
              </a:blipFill>
            </p:spPr>
            <p:txBody>
              <a:bodyPr/>
              <a:lstStyle/>
              <a:p>
                <a:r>
                  <a:rPr lang="en-US">
                    <a:noFill/>
                  </a:rPr>
                  <a:t> </a:t>
                </a:r>
              </a:p>
            </p:txBody>
          </p:sp>
        </mc:Fallback>
      </mc:AlternateContent>
      <p:sp>
        <p:nvSpPr>
          <p:cNvPr id="5" name="Slide Number Placeholder 4"/>
          <p:cNvSpPr>
            <a:spLocks noGrp="1"/>
          </p:cNvSpPr>
          <p:nvPr>
            <p:ph type="sldNum" sz="quarter" idx="11"/>
          </p:nvPr>
        </p:nvSpPr>
        <p:spPr/>
        <p:txBody>
          <a:bodyPr/>
          <a:lstStyle/>
          <a:p>
            <a:fld id="{9A257827-C34C-4251-B995-96C9C233CCC8}" type="slidenum">
              <a:rPr lang="en-US" smtClean="0"/>
              <a:pPr/>
              <a:t>17</a:t>
            </a:fld>
            <a:endParaRPr lang="en-US"/>
          </a:p>
        </p:txBody>
      </p:sp>
    </p:spTree>
    <p:extLst>
      <p:ext uri="{BB962C8B-B14F-4D97-AF65-F5344CB8AC3E}">
        <p14:creationId xmlns:p14="http://schemas.microsoft.com/office/powerpoint/2010/main" val="40676914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1767" y="257064"/>
            <a:ext cx="11176000" cy="584775"/>
          </a:xfrm>
          <a:noFill/>
          <a:ln w="9525">
            <a:noFill/>
            <a:miter lim="800000"/>
            <a:headEnd/>
            <a:tailEnd/>
          </a:ln>
        </p:spPr>
        <p:txBody>
          <a:bodyPr vert="horz" wrap="square" lIns="91440" tIns="45720" rIns="91440" bIns="45720" numCol="1" anchor="ctr" anchorCtr="0" compatLnSpc="1">
            <a:prstTxWarp prst="textNoShape">
              <a:avLst/>
            </a:prstTxWarp>
            <a:spAutoFit/>
          </a:bodyPr>
          <a:lstStyle/>
          <a:p>
            <a:r>
              <a:rPr lang="en-US" dirty="0">
                <a:solidFill>
                  <a:schemeClr val="tx1"/>
                </a:solidFill>
                <a:latin typeface="+mj-lt"/>
                <a:cs typeface="Times New Roman" panose="02020603050405020304" pitchFamily="18" charset="0"/>
              </a:rPr>
              <a:t>Wind Function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06400" y="1008014"/>
                <a:ext cx="11176000" cy="4220809"/>
              </a:xfrm>
            </p:spPr>
            <p:txBody>
              <a:bodyPr/>
              <a:lstStyle/>
              <a:p>
                <a:pPr>
                  <a:buClr>
                    <a:schemeClr val="tx1"/>
                  </a:buClr>
                </a:pPr>
                <a:r>
                  <a:rPr lang="en-US" sz="2000" b="0" dirty="0">
                    <a:solidFill>
                      <a:schemeClr val="tx1"/>
                    </a:solidFill>
                    <a:latin typeface="+mn-lt"/>
                  </a:rPr>
                  <a:t>The model user can include different evaporation formulations using an evaporation wind speed formula of the form:</a:t>
                </a:r>
              </a:p>
              <a:p>
                <a:pPr>
                  <a:buClr>
                    <a:schemeClr val="tx1"/>
                  </a:buClr>
                </a:pPr>
                <a:endParaRPr lang="en-US" sz="2000" b="0" dirty="0">
                  <a:solidFill>
                    <a:schemeClr val="tx1"/>
                  </a:solidFill>
                  <a:latin typeface="+mn-lt"/>
                </a:endParaRPr>
              </a:p>
              <a:p>
                <a:pPr marL="357187" lvl="1" indent="0">
                  <a:buClr>
                    <a:schemeClr val="tx1"/>
                  </a:buClr>
                  <a:buNone/>
                </a:pPr>
                <a14:m>
                  <m:oMath xmlns:m="http://schemas.openxmlformats.org/officeDocument/2006/math">
                    <m:r>
                      <a:rPr lang="en-US" b="0" i="1" smtClean="0">
                        <a:solidFill>
                          <a:schemeClr val="tx1"/>
                        </a:solidFill>
                        <a:latin typeface="Cambria Math" panose="02040503050406030204" pitchFamily="18" charset="0"/>
                      </a:rPr>
                      <m:t>𝑓</m:t>
                    </m:r>
                    <m:d>
                      <m:dPr>
                        <m:ctrlPr>
                          <a:rPr lang="en-US" b="0" i="1">
                            <a:solidFill>
                              <a:schemeClr val="tx1"/>
                            </a:solidFill>
                            <a:latin typeface="Cambria Math" panose="02040503050406030204" pitchFamily="18" charset="0"/>
                          </a:rPr>
                        </m:ctrlPr>
                      </m:dPr>
                      <m:e>
                        <m:sSub>
                          <m:sSubPr>
                            <m:ctrlPr>
                              <a:rPr lang="en-US" b="0" i="1">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𝑊</m:t>
                            </m:r>
                          </m:e>
                          <m:sub>
                            <m:r>
                              <a:rPr lang="en-US" b="0" i="1" smtClean="0">
                                <a:solidFill>
                                  <a:schemeClr val="tx1"/>
                                </a:solidFill>
                                <a:latin typeface="Cambria Math" panose="02040503050406030204" pitchFamily="18" charset="0"/>
                              </a:rPr>
                              <m:t>𝑧</m:t>
                            </m:r>
                          </m:sub>
                        </m:sSub>
                      </m:e>
                    </m:d>
                    <m:r>
                      <a:rPr lang="en-US" b="0" i="1" smtClean="0">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𝑎</m:t>
                    </m:r>
                    <m:r>
                      <a:rPr lang="en-US" b="0" i="1" smtClean="0">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𝑏</m:t>
                    </m:r>
                    <m:sSubSup>
                      <m:sSubSupPr>
                        <m:ctrlPr>
                          <a:rPr lang="en-US" b="0" i="1">
                            <a:solidFill>
                              <a:schemeClr val="tx1"/>
                            </a:solidFill>
                            <a:latin typeface="Cambria Math" panose="02040503050406030204" pitchFamily="18" charset="0"/>
                          </a:rPr>
                        </m:ctrlPr>
                      </m:sSubSupPr>
                      <m:e>
                        <m:r>
                          <a:rPr lang="en-US" b="0" i="1" smtClean="0">
                            <a:solidFill>
                              <a:schemeClr val="tx1"/>
                            </a:solidFill>
                            <a:latin typeface="Cambria Math" panose="02040503050406030204" pitchFamily="18" charset="0"/>
                          </a:rPr>
                          <m:t>𝑊</m:t>
                        </m:r>
                      </m:e>
                      <m:sub>
                        <m:r>
                          <a:rPr lang="en-US" b="0" i="1" smtClean="0">
                            <a:solidFill>
                              <a:schemeClr val="tx1"/>
                            </a:solidFill>
                            <a:latin typeface="Cambria Math" panose="02040503050406030204" pitchFamily="18" charset="0"/>
                          </a:rPr>
                          <m:t>𝑧</m:t>
                        </m:r>
                      </m:sub>
                      <m:sup>
                        <m:r>
                          <a:rPr lang="en-US" b="0" i="1" smtClean="0">
                            <a:solidFill>
                              <a:schemeClr val="tx1"/>
                            </a:solidFill>
                            <a:latin typeface="Cambria Math" panose="02040503050406030204" pitchFamily="18" charset="0"/>
                          </a:rPr>
                          <m:t>𝑐</m:t>
                        </m:r>
                      </m:sup>
                    </m:sSubSup>
                  </m:oMath>
                </a14:m>
                <a:r>
                  <a:rPr lang="en-US" sz="2000" b="0" dirty="0">
                    <a:solidFill>
                      <a:schemeClr val="tx1"/>
                    </a:solidFill>
                    <a:effectLst/>
                  </a:rPr>
                  <a:t> </a:t>
                </a:r>
              </a:p>
              <a:p>
                <a:pPr marL="357187" lvl="1" indent="0">
                  <a:buClr>
                    <a:schemeClr val="tx1"/>
                  </a:buClr>
                  <a:buNone/>
                </a:pPr>
                <a:endParaRPr lang="en-US" sz="2000" b="0" dirty="0">
                  <a:solidFill>
                    <a:schemeClr val="tx1"/>
                  </a:solidFill>
                  <a:latin typeface="+mn-lt"/>
                </a:endParaRPr>
              </a:p>
              <a:p>
                <a:pPr marL="357187" lvl="1" indent="0">
                  <a:buClr>
                    <a:schemeClr val="tx1"/>
                  </a:buClr>
                  <a:buNone/>
                </a:pPr>
                <a:r>
                  <a:rPr lang="en-US" sz="2000" b="0" dirty="0">
                    <a:solidFill>
                      <a:schemeClr val="tx1"/>
                    </a:solidFill>
                    <a:latin typeface="+mn-lt"/>
                  </a:rPr>
                  <a:t>where:</a:t>
                </a:r>
              </a:p>
              <a:p>
                <a:pPr marL="357187" lvl="1" indent="0">
                  <a:buClr>
                    <a:schemeClr val="tx1"/>
                  </a:buClr>
                  <a:buNone/>
                </a:pPr>
                <a:endParaRPr lang="en-US" sz="2000" b="0" dirty="0">
                  <a:solidFill>
                    <a:schemeClr val="tx1"/>
                  </a:solidFill>
                  <a:latin typeface="+mn-lt"/>
                </a:endParaRPr>
              </a:p>
              <a:p>
                <a:pPr defTabSz="640080">
                  <a:tabLst>
                    <a:tab pos="457200" algn="r"/>
                    <a:tab pos="548640" algn="l"/>
                    <a:tab pos="731520" algn="l"/>
                  </a:tabLst>
                </a:pPr>
                <a:r>
                  <a:rPr lang="en-US" b="0" i="1" dirty="0">
                    <a:solidFill>
                      <a:schemeClr val="tx1"/>
                    </a:solidFill>
                  </a:rPr>
                  <a:t>	f(</a:t>
                </a:r>
                <a:r>
                  <a:rPr lang="en-US" b="0" i="1" dirty="0" err="1">
                    <a:solidFill>
                      <a:schemeClr val="tx1"/>
                    </a:solidFill>
                  </a:rPr>
                  <a:t>W</a:t>
                </a:r>
                <a:r>
                  <a:rPr lang="en-US" b="0" i="1" baseline="-25000" dirty="0" err="1">
                    <a:solidFill>
                      <a:schemeClr val="tx1"/>
                    </a:solidFill>
                  </a:rPr>
                  <a:t>z</a:t>
                </a:r>
                <a:r>
                  <a:rPr lang="en-US" b="0" i="1" dirty="0">
                    <a:solidFill>
                      <a:schemeClr val="tx1"/>
                    </a:solidFill>
                  </a:rPr>
                  <a:t>)	</a:t>
                </a:r>
                <a:r>
                  <a:rPr lang="en-US" b="0" dirty="0">
                    <a:solidFill>
                      <a:schemeClr val="tx1"/>
                    </a:solidFill>
                  </a:rPr>
                  <a:t>=	wind speed function with wind measured at height z, </a:t>
                </a:r>
                <a:r>
                  <a:rPr lang="en-US" b="0" i="1" dirty="0">
                    <a:solidFill>
                      <a:schemeClr val="tx1"/>
                    </a:solidFill>
                  </a:rPr>
                  <a:t>W </a:t>
                </a:r>
                <a:r>
                  <a:rPr lang="en-US" b="0" dirty="0">
                    <a:solidFill>
                      <a:schemeClr val="tx1"/>
                    </a:solidFill>
                  </a:rPr>
                  <a:t>m</a:t>
                </a:r>
                <a:r>
                  <a:rPr lang="en-US" b="0" baseline="30000" dirty="0">
                    <a:solidFill>
                      <a:schemeClr val="tx1"/>
                    </a:solidFill>
                  </a:rPr>
                  <a:t>-2</a:t>
                </a:r>
                <a:r>
                  <a:rPr lang="en-US" b="0" dirty="0">
                    <a:solidFill>
                      <a:schemeClr val="tx1"/>
                    </a:solidFill>
                  </a:rPr>
                  <a:t> mm Hg</a:t>
                </a:r>
                <a:r>
                  <a:rPr lang="en-US" b="0" baseline="30000" dirty="0">
                    <a:solidFill>
                      <a:schemeClr val="tx1"/>
                    </a:solidFill>
                  </a:rPr>
                  <a:t>-1</a:t>
                </a:r>
                <a:endParaRPr lang="en-US" b="0" dirty="0">
                  <a:solidFill>
                    <a:schemeClr val="tx1"/>
                  </a:solidFill>
                </a:endParaRPr>
              </a:p>
              <a:p>
                <a:pPr defTabSz="640080">
                  <a:tabLst>
                    <a:tab pos="457200" algn="r"/>
                    <a:tab pos="548640" algn="l"/>
                    <a:tab pos="731520" algn="l"/>
                  </a:tabLst>
                </a:pPr>
                <a:r>
                  <a:rPr lang="en-US" b="0" i="1" dirty="0">
                    <a:solidFill>
                      <a:schemeClr val="tx1"/>
                    </a:solidFill>
                  </a:rPr>
                  <a:t>	a	</a:t>
                </a:r>
                <a:r>
                  <a:rPr lang="en-US" b="0" dirty="0">
                    <a:solidFill>
                      <a:schemeClr val="tx1"/>
                    </a:solidFill>
                  </a:rPr>
                  <a:t>=	empirical coefficient, default = 9.2</a:t>
                </a:r>
              </a:p>
              <a:p>
                <a:pPr defTabSz="640080">
                  <a:tabLst>
                    <a:tab pos="457200" algn="r"/>
                    <a:tab pos="548640" algn="l"/>
                    <a:tab pos="731520" algn="l"/>
                  </a:tabLst>
                </a:pPr>
                <a:r>
                  <a:rPr lang="en-US" b="0" dirty="0">
                    <a:solidFill>
                      <a:schemeClr val="tx1"/>
                    </a:solidFill>
                  </a:rPr>
                  <a:t>	</a:t>
                </a:r>
                <a:r>
                  <a:rPr lang="en-US" b="0" i="1" dirty="0">
                    <a:solidFill>
                      <a:schemeClr val="tx1"/>
                    </a:solidFill>
                  </a:rPr>
                  <a:t>b</a:t>
                </a:r>
                <a:r>
                  <a:rPr lang="en-US" b="0" dirty="0">
                    <a:solidFill>
                      <a:schemeClr val="tx1"/>
                    </a:solidFill>
                  </a:rPr>
                  <a:t>	=	empirical coefficient, 0.46 default = 0.46</a:t>
                </a:r>
              </a:p>
              <a:p>
                <a:pPr defTabSz="640080">
                  <a:tabLst>
                    <a:tab pos="457200" algn="r"/>
                    <a:tab pos="548640" algn="l"/>
                    <a:tab pos="731520" algn="l"/>
                  </a:tabLst>
                </a:pPr>
                <a:r>
                  <a:rPr lang="en-US" b="0" dirty="0">
                    <a:solidFill>
                      <a:schemeClr val="tx1"/>
                    </a:solidFill>
                  </a:rPr>
                  <a:t>	</a:t>
                </a:r>
                <a:r>
                  <a:rPr lang="en-US" b="0" i="1" dirty="0">
                    <a:solidFill>
                      <a:schemeClr val="tx1"/>
                    </a:solidFill>
                  </a:rPr>
                  <a:t>c</a:t>
                </a:r>
                <a:r>
                  <a:rPr lang="en-US" b="0" dirty="0">
                    <a:solidFill>
                      <a:schemeClr val="tx1"/>
                    </a:solidFill>
                  </a:rPr>
                  <a:t>	=	empirical coefficient, default = 2</a:t>
                </a:r>
              </a:p>
              <a:p>
                <a:pPr defTabSz="640080">
                  <a:tabLst>
                    <a:tab pos="457200" algn="r"/>
                    <a:tab pos="548640" algn="l"/>
                    <a:tab pos="731520" algn="l"/>
                  </a:tabLst>
                </a:pPr>
                <a:r>
                  <a:rPr lang="en-US" b="0" dirty="0">
                    <a:solidFill>
                      <a:schemeClr val="tx1"/>
                    </a:solidFill>
                  </a:rPr>
                  <a:t>	</a:t>
                </a:r>
                <a:r>
                  <a:rPr lang="en-US" b="0" i="1" dirty="0" err="1">
                    <a:solidFill>
                      <a:schemeClr val="tx1"/>
                    </a:solidFill>
                  </a:rPr>
                  <a:t>W</a:t>
                </a:r>
                <a:r>
                  <a:rPr lang="en-US" b="0" i="1" baseline="-25000" dirty="0" err="1">
                    <a:solidFill>
                      <a:schemeClr val="tx1"/>
                    </a:solidFill>
                  </a:rPr>
                  <a:t>z</a:t>
                </a:r>
                <a:r>
                  <a:rPr lang="en-US" b="0" dirty="0">
                    <a:solidFill>
                      <a:schemeClr val="tx1"/>
                    </a:solidFill>
                  </a:rPr>
                  <a:t>	=	wind speed measured at 2 m above the ground, m s</a:t>
                </a:r>
                <a:r>
                  <a:rPr lang="en-US" b="0" baseline="30000" dirty="0">
                    <a:solidFill>
                      <a:schemeClr val="tx1"/>
                    </a:solidFill>
                  </a:rPr>
                  <a:t>-1</a:t>
                </a:r>
                <a:endParaRPr lang="en-US" b="0" dirty="0">
                  <a:solidFill>
                    <a:schemeClr val="tx1"/>
                  </a:solidFill>
                </a:endParaRPr>
              </a:p>
              <a:p>
                <a:pPr marL="357187" lvl="1" indent="0">
                  <a:buClr>
                    <a:schemeClr val="tx1"/>
                  </a:buClr>
                  <a:buNone/>
                </a:pPr>
                <a:endParaRPr lang="en-US" sz="2000" b="0" dirty="0">
                  <a:solidFill>
                    <a:schemeClr val="tx1"/>
                  </a:solidFill>
                  <a:latin typeface="+mn-lt"/>
                </a:endParaRPr>
              </a:p>
              <a:p>
                <a:pPr>
                  <a:buClr>
                    <a:schemeClr val="tx1"/>
                  </a:buClr>
                </a:pPr>
                <a:endParaRPr lang="en-US" sz="2000" b="0" dirty="0">
                  <a:solidFill>
                    <a:schemeClr val="tx1"/>
                  </a:solidFill>
                  <a:latin typeface="+mn-lt"/>
                </a:endParaRPr>
              </a:p>
              <a:p>
                <a:pPr>
                  <a:buClr>
                    <a:schemeClr val="tx1"/>
                  </a:buClr>
                </a:pPr>
                <a:endParaRPr lang="en-US" sz="2000" b="0" dirty="0">
                  <a:solidFill>
                    <a:schemeClr val="tx1"/>
                  </a:solidFill>
                  <a:latin typeface="+mn-lt"/>
                </a:endParaRPr>
              </a:p>
              <a:p>
                <a:pPr>
                  <a:buClr>
                    <a:schemeClr val="tx1"/>
                  </a:buClr>
                </a:pPr>
                <a:endParaRPr lang="en-US" sz="2000" b="0" dirty="0">
                  <a:solidFill>
                    <a:schemeClr val="tx1"/>
                  </a:solidFill>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06400" y="1008014"/>
                <a:ext cx="11176000" cy="4220809"/>
              </a:xfrm>
              <a:blipFill>
                <a:blip r:embed="rId2"/>
                <a:stretch>
                  <a:fillRect l="-600" t="-577"/>
                </a:stretch>
              </a:blipFill>
            </p:spPr>
            <p:txBody>
              <a:bodyPr/>
              <a:lstStyle/>
              <a:p>
                <a:r>
                  <a:rPr lang="en-US">
                    <a:noFill/>
                  </a:rPr>
                  <a:t> </a:t>
                </a:r>
              </a:p>
            </p:txBody>
          </p:sp>
        </mc:Fallback>
      </mc:AlternateContent>
      <p:sp>
        <p:nvSpPr>
          <p:cNvPr id="5" name="Slide Number Placeholder 4"/>
          <p:cNvSpPr>
            <a:spLocks noGrp="1"/>
          </p:cNvSpPr>
          <p:nvPr>
            <p:ph type="sldNum" sz="quarter" idx="11"/>
          </p:nvPr>
        </p:nvSpPr>
        <p:spPr/>
        <p:txBody>
          <a:bodyPr/>
          <a:lstStyle/>
          <a:p>
            <a:fld id="{9A257827-C34C-4251-B995-96C9C233CCC8}" type="slidenum">
              <a:rPr lang="en-US" smtClean="0"/>
              <a:pPr/>
              <a:t>18</a:t>
            </a:fld>
            <a:endParaRPr lang="en-US"/>
          </a:p>
        </p:txBody>
      </p:sp>
    </p:spTree>
    <p:extLst>
      <p:ext uri="{BB962C8B-B14F-4D97-AF65-F5344CB8AC3E}">
        <p14:creationId xmlns:p14="http://schemas.microsoft.com/office/powerpoint/2010/main" val="215995332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1767" y="243812"/>
            <a:ext cx="11176000" cy="584775"/>
          </a:xfrm>
          <a:noFill/>
          <a:ln w="9525">
            <a:noFill/>
            <a:miter lim="800000"/>
            <a:headEnd/>
            <a:tailEnd/>
          </a:ln>
        </p:spPr>
        <p:txBody>
          <a:bodyPr vert="horz" wrap="square" lIns="91440" tIns="45720" rIns="91440" bIns="45720" numCol="1" anchor="ctr" anchorCtr="0" compatLnSpc="1">
            <a:prstTxWarp prst="textNoShape">
              <a:avLst/>
            </a:prstTxWarp>
            <a:spAutoFit/>
          </a:bodyPr>
          <a:lstStyle/>
          <a:p>
            <a:r>
              <a:rPr lang="en-US" dirty="0">
                <a:solidFill>
                  <a:schemeClr val="tx1"/>
                </a:solidFill>
                <a:latin typeface="+mj-lt"/>
                <a:cs typeface="Times New Roman" panose="02020603050405020304" pitchFamily="18" charset="0"/>
              </a:rPr>
              <a:t>Questions?</a:t>
            </a:r>
          </a:p>
        </p:txBody>
      </p:sp>
      <p:sp>
        <p:nvSpPr>
          <p:cNvPr id="5" name="Slide Number Placeholder 4"/>
          <p:cNvSpPr>
            <a:spLocks noGrp="1"/>
          </p:cNvSpPr>
          <p:nvPr>
            <p:ph type="sldNum" sz="quarter" idx="11"/>
          </p:nvPr>
        </p:nvSpPr>
        <p:spPr/>
        <p:txBody>
          <a:bodyPr/>
          <a:lstStyle/>
          <a:p>
            <a:fld id="{9A257827-C34C-4251-B995-96C9C233CCC8}" type="slidenum">
              <a:rPr lang="en-US" smtClean="0"/>
              <a:pPr/>
              <a:t>19</a:t>
            </a:fld>
            <a:endParaRPr lang="en-US"/>
          </a:p>
        </p:txBody>
      </p:sp>
      <p:pic>
        <p:nvPicPr>
          <p:cNvPr id="6" name="Picture 5" descr="A body of water with a mountain in the background&#10;&#10;Description automatically generated">
            <a:extLst>
              <a:ext uri="{FF2B5EF4-FFF2-40B4-BE49-F238E27FC236}">
                <a16:creationId xmlns:a16="http://schemas.microsoft.com/office/drawing/2014/main" id="{20B3CA09-401D-4E28-9438-D761D1201550}"/>
              </a:ext>
            </a:extLst>
          </p:cNvPr>
          <p:cNvPicPr>
            <a:picLocks noChangeAspect="1"/>
          </p:cNvPicPr>
          <p:nvPr/>
        </p:nvPicPr>
        <p:blipFill>
          <a:blip r:embed="rId2"/>
          <a:stretch>
            <a:fillRect/>
          </a:stretch>
        </p:blipFill>
        <p:spPr>
          <a:xfrm>
            <a:off x="1494756" y="933855"/>
            <a:ext cx="9165614" cy="5155658"/>
          </a:xfrm>
          <a:prstGeom prst="rect">
            <a:avLst/>
          </a:prstGeom>
          <a:ln w="9525">
            <a:solidFill>
              <a:schemeClr val="tx1"/>
            </a:solidFill>
          </a:ln>
        </p:spPr>
      </p:pic>
    </p:spTree>
    <p:extLst>
      <p:ext uri="{BB962C8B-B14F-4D97-AF65-F5344CB8AC3E}">
        <p14:creationId xmlns:p14="http://schemas.microsoft.com/office/powerpoint/2010/main" val="3616877"/>
      </p:ext>
    </p:extLst>
  </p:cSld>
  <p:clrMapOvr>
    <a:masterClrMapping/>
  </p:clrMapOvr>
</p:sld>
</file>

<file path=ppt/theme/theme1.xml><?xml version="1.0" encoding="utf-8"?>
<a:theme xmlns:a="http://schemas.openxmlformats.org/drawingml/2006/main" name="Title Slide Templates">
  <a:themeElements>
    <a:clrScheme name="Custom 2">
      <a:dk1>
        <a:srgbClr val="000000"/>
      </a:dk1>
      <a:lt1>
        <a:srgbClr val="FFFFFF"/>
      </a:lt1>
      <a:dk2>
        <a:srgbClr val="83847A"/>
      </a:dk2>
      <a:lt2>
        <a:srgbClr val="A3A3A3"/>
      </a:lt2>
      <a:accent1>
        <a:srgbClr val="82786F"/>
      </a:accent1>
      <a:accent2>
        <a:srgbClr val="6E8778"/>
      </a:accent2>
      <a:accent3>
        <a:srgbClr val="705C38"/>
      </a:accent3>
      <a:accent4>
        <a:srgbClr val="3E6682"/>
      </a:accent4>
      <a:accent5>
        <a:srgbClr val="663830"/>
      </a:accent5>
      <a:accent6>
        <a:srgbClr val="EF4135"/>
      </a:accent6>
      <a:hlink>
        <a:srgbClr val="3E6682"/>
      </a:hlink>
      <a:folHlink>
        <a:srgbClr val="EF4135"/>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122F0FA2-19C7-43A3-AA26-1FC3028BC721}" vid="{2BB31517-1312-4F35-8F70-B9A7CDB59602}"/>
    </a:ext>
  </a:extLst>
</a:theme>
</file>

<file path=ppt/theme/theme2.xml><?xml version="1.0" encoding="utf-8"?>
<a:theme xmlns:a="http://schemas.openxmlformats.org/drawingml/2006/main" name="UNCL // FOUO Content">
  <a:themeElements>
    <a:clrScheme name="Custom 1">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00B0F0"/>
      </a:hlink>
      <a:folHlink>
        <a:srgbClr val="0070C0"/>
      </a:folHlink>
    </a:clrScheme>
    <a:fontScheme name="USACE TEMPLATE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F4339">
            <a:alpha val="89000"/>
          </a:srgbClr>
        </a:solidFill>
        <a:ln>
          <a:noFill/>
        </a:ln>
        <a:effectLst/>
      </a:spPr>
      <a:bodyPr anchor="ctr"/>
      <a:lstStyle>
        <a:defPPr algn="ctr">
          <a:defRPr dirty="0"/>
        </a:defPPr>
      </a:lstStyle>
      <a:style>
        <a:lnRef idx="1">
          <a:schemeClr val="accent1"/>
        </a:lnRef>
        <a:fillRef idx="3">
          <a:schemeClr val="accent1"/>
        </a:fillRef>
        <a:effectRef idx="2">
          <a:schemeClr val="accent1"/>
        </a:effectRef>
        <a:fontRef idx="minor">
          <a:schemeClr val="lt1"/>
        </a:fontRef>
      </a:style>
    </a:spDef>
  </a:objectDefaults>
  <a:extraClrSchemeLst/>
  <a:extLst>
    <a:ext uri="{05A4C25C-085E-4340-85A3-A5531E510DB2}">
      <thm15:themeFamily xmlns:thm15="http://schemas.microsoft.com/office/thememl/2012/main" name="Presentation1" id="{122F0FA2-19C7-43A3-AA26-1FC3028BC721}" vid="{A99B459A-8B1A-4C1C-862F-E0F9CCA22596}"/>
    </a:ext>
  </a:extLst>
</a:theme>
</file>

<file path=ppt/theme/theme3.xml><?xml version="1.0" encoding="utf-8"?>
<a:theme xmlns:a="http://schemas.openxmlformats.org/drawingml/2006/main" name="UNCLASSIFIED Content">
  <a:themeElements>
    <a:clrScheme name="Custom 1">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00B0F0"/>
      </a:hlink>
      <a:folHlink>
        <a:srgbClr val="0070C0"/>
      </a:folHlink>
    </a:clrScheme>
    <a:fontScheme name="USACE TEMPLATE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F4339">
            <a:alpha val="89000"/>
          </a:srgbClr>
        </a:solidFill>
        <a:ln>
          <a:noFill/>
        </a:ln>
        <a:effectLst/>
      </a:spPr>
      <a:bodyPr anchor="ctr"/>
      <a:lstStyle>
        <a:defPPr algn="ctr">
          <a:defRPr dirty="0"/>
        </a:defPPr>
      </a:lstStyle>
      <a:style>
        <a:lnRef idx="1">
          <a:schemeClr val="accent1"/>
        </a:lnRef>
        <a:fillRef idx="3">
          <a:schemeClr val="accent1"/>
        </a:fillRef>
        <a:effectRef idx="2">
          <a:schemeClr val="accent1"/>
        </a:effectRef>
        <a:fontRef idx="minor">
          <a:schemeClr val="lt1"/>
        </a:fontRef>
      </a:style>
    </a:spDef>
  </a:objectDefaults>
  <a:extraClrSchemeLst/>
  <a:extLst>
    <a:ext uri="{05A4C25C-085E-4340-85A3-A5531E510DB2}">
      <thm15:themeFamily xmlns:thm15="http://schemas.microsoft.com/office/thememl/2012/main" name="Presentation1" id="{122F0FA2-19C7-43A3-AA26-1FC3028BC721}" vid="{63E75002-AE9D-4785-8124-3AFCCDC59DC3}"/>
    </a:ext>
  </a:extLst>
</a:theme>
</file>

<file path=ppt/theme/theme4.xml><?xml version="1.0" encoding="utf-8"?>
<a:theme xmlns:a="http://schemas.openxmlformats.org/drawingml/2006/main" name="Custom Classification Content">
  <a:themeElements>
    <a:clrScheme name="Custom 1">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00B0F0"/>
      </a:hlink>
      <a:folHlink>
        <a:srgbClr val="0070C0"/>
      </a:folHlink>
    </a:clrScheme>
    <a:fontScheme name="USACE TEMPLATE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F4339">
            <a:alpha val="89000"/>
          </a:srgbClr>
        </a:solidFill>
        <a:ln>
          <a:noFill/>
        </a:ln>
        <a:effectLst/>
      </a:spPr>
      <a:bodyPr anchor="ctr"/>
      <a:lstStyle>
        <a:defPPr algn="ctr">
          <a:defRPr dirty="0"/>
        </a:defPPr>
      </a:lstStyle>
      <a:style>
        <a:lnRef idx="1">
          <a:schemeClr val="accent1"/>
        </a:lnRef>
        <a:fillRef idx="3">
          <a:schemeClr val="accent1"/>
        </a:fillRef>
        <a:effectRef idx="2">
          <a:schemeClr val="accent1"/>
        </a:effectRef>
        <a:fontRef idx="minor">
          <a:schemeClr val="lt1"/>
        </a:fontRef>
      </a:style>
    </a:spDef>
  </a:objectDefaults>
  <a:extraClrSchemeLst/>
  <a:extLst>
    <a:ext uri="{05A4C25C-085E-4340-85A3-A5531E510DB2}">
      <thm15:themeFamily xmlns:thm15="http://schemas.microsoft.com/office/thememl/2012/main" name="Presentation1" id="{122F0FA2-19C7-43A3-AA26-1FC3028BC721}" vid="{C6CC15A3-3625-4B74-BD53-DE8C42AE3990}"/>
    </a:ext>
  </a:extLst>
</a:theme>
</file>

<file path=ppt/theme/theme5.xml><?xml version="1.0" encoding="utf-8"?>
<a:theme xmlns:a="http://schemas.openxmlformats.org/drawingml/2006/main" name="Standard White Theme">
  <a:themeElements>
    <a:clrScheme name="Custom 1">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00B0F0"/>
      </a:hlink>
      <a:folHlink>
        <a:srgbClr val="0070C0"/>
      </a:folHlink>
    </a:clrScheme>
    <a:fontScheme name="USACE TEMPLATE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F4339">
            <a:alpha val="89000"/>
          </a:srgbClr>
        </a:solidFill>
        <a:ln>
          <a:noFill/>
        </a:ln>
        <a:effectLst/>
      </a:spPr>
      <a:bodyPr anchor="ctr"/>
      <a:lstStyle>
        <a:defPPr algn="ctr">
          <a:defRPr dirty="0"/>
        </a:defPPr>
      </a:lstStyle>
      <a:style>
        <a:lnRef idx="1">
          <a:schemeClr val="accent1"/>
        </a:lnRef>
        <a:fillRef idx="3">
          <a:schemeClr val="accent1"/>
        </a:fillRef>
        <a:effectRef idx="2">
          <a:schemeClr val="accent1"/>
        </a:effectRef>
        <a:fontRef idx="minor">
          <a:schemeClr val="lt1"/>
        </a:fontRef>
      </a:style>
    </a:spDef>
  </a:objectDefaults>
  <a:extraClrSchemeLst/>
  <a:extLst>
    <a:ext uri="{05A4C25C-085E-4340-85A3-A5531E510DB2}">
      <thm15:themeFamily xmlns:thm15="http://schemas.microsoft.com/office/thememl/2012/main" name="Presentation1" id="{122F0FA2-19C7-43A3-AA26-1FC3028BC721}" vid="{0957B2FE-61BF-4E25-9901-9769BBB77ACE}"/>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83868113-c0a5-43de-a876-5fe4e9e92519">
      <Terms xmlns="http://schemas.microsoft.com/office/infopath/2007/PartnerControls"/>
    </lcf76f155ced4ddcb4097134ff3c332f>
    <TaxCatchAll xmlns="33812d21-cc6d-40d3-8190-1784895c4f86"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31AF2FAC55F63A40BD9EED0C36836299" ma:contentTypeVersion="11" ma:contentTypeDescription="Create a new document." ma:contentTypeScope="" ma:versionID="3728a24128c8d92f839bb13793558aed">
  <xsd:schema xmlns:xsd="http://www.w3.org/2001/XMLSchema" xmlns:xs="http://www.w3.org/2001/XMLSchema" xmlns:p="http://schemas.microsoft.com/office/2006/metadata/properties" xmlns:ns2="83868113-c0a5-43de-a876-5fe4e9e92519" xmlns:ns3="33812d21-cc6d-40d3-8190-1784895c4f86" targetNamespace="http://schemas.microsoft.com/office/2006/metadata/properties" ma:root="true" ma:fieldsID="b12b5e841fafb2392613c5d5cd91cc7a" ns2:_="" ns3:_="">
    <xsd:import namespace="83868113-c0a5-43de-a876-5fe4e9e92519"/>
    <xsd:import namespace="33812d21-cc6d-40d3-8190-1784895c4f86"/>
    <xsd:element name="properties">
      <xsd:complexType>
        <xsd:sequence>
          <xsd:element name="documentManagement">
            <xsd:complexType>
              <xsd:all>
                <xsd:element ref="ns2:MediaServiceMetadata" minOccurs="0"/>
                <xsd:element ref="ns2:MediaServiceFastMetadata" minOccurs="0"/>
                <xsd:element ref="ns2:lcf76f155ced4ddcb4097134ff3c332f" minOccurs="0"/>
                <xsd:element ref="ns3:TaxCatchAll" minOccurs="0"/>
                <xsd:element ref="ns2:MediaServiceGenerationTime" minOccurs="0"/>
                <xsd:element ref="ns2:MediaServiceEventHashCode"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3868113-c0a5-43de-a876-5fe4e9e9251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lcf76f155ced4ddcb4097134ff3c332f" ma:index="11" nillable="true" ma:taxonomy="true" ma:internalName="lcf76f155ced4ddcb4097134ff3c332f" ma:taxonomyFieldName="MediaServiceImageTags" ma:displayName="Image Tags" ma:readOnly="false" ma:fieldId="{5cf76f15-5ced-4ddc-b409-7134ff3c332f}" ma:taxonomyMulti="true" ma:sspId="2e6c1609-49e0-4fdc-8f5b-8b798a969131" ma:termSetId="09814cd3-568e-fe90-9814-8d621ff8fb84" ma:anchorId="fba54fb3-c3e1-fe81-a776-ca4b69148c4d" ma:open="true" ma:isKeyword="false">
      <xsd:complexType>
        <xsd:sequence>
          <xsd:element ref="pc:Terms" minOccurs="0" maxOccurs="1"/>
        </xsd:sequence>
      </xsd:complex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MediaServiceSearchProperties" ma:index="18"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33812d21-cc6d-40d3-8190-1784895c4f86" elementFormDefault="qualified">
    <xsd:import namespace="http://schemas.microsoft.com/office/2006/documentManagement/types"/>
    <xsd:import namespace="http://schemas.microsoft.com/office/infopath/2007/PartnerControls"/>
    <xsd:element name="TaxCatchAll" ma:index="12" nillable="true" ma:displayName="Taxonomy Catch All Column" ma:hidden="true" ma:list="{c54ceb61-3fcb-461d-8e52-255959401034}" ma:internalName="TaxCatchAll" ma:showField="CatchAllData" ma:web="33812d21-cc6d-40d3-8190-1784895c4f86">
      <xsd:complexType>
        <xsd:complexContent>
          <xsd:extension base="dms:MultiChoiceLookup">
            <xsd:sequence>
              <xsd:element name="Value" type="dms:Lookup" maxOccurs="unbounded" minOccurs="0" nillable="true"/>
            </xsd:sequence>
          </xsd:extension>
        </xsd:complexContent>
      </xsd:complexType>
    </xsd:element>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991F692-3C53-4CCC-ABAB-DE325E273E84}">
  <ds:schemaRefs>
    <ds:schemaRef ds:uri="http://schemas.microsoft.com/office/2006/metadata/properties"/>
    <ds:schemaRef ds:uri="http://schemas.microsoft.com/sharepoint/v3"/>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http://purl.org/dc/elements/1.1/"/>
    <ds:schemaRef ds:uri="http://www.w3.org/XML/1998/namespace"/>
    <ds:schemaRef ds:uri="http://purl.org/dc/dcmitype/"/>
    <ds:schemaRef ds:uri="d0df2f8a-2bd1-4a75-833f-ab046cdad13d"/>
    <ds:schemaRef ds:uri="3d7cd9bf-014c-4164-aa31-ccc0b16984c2"/>
    <ds:schemaRef ds:uri="83868113-c0a5-43de-a876-5fe4e9e92519"/>
    <ds:schemaRef ds:uri="33812d21-cc6d-40d3-8190-1784895c4f86"/>
  </ds:schemaRefs>
</ds:datastoreItem>
</file>

<file path=customXml/itemProps2.xml><?xml version="1.0" encoding="utf-8"?>
<ds:datastoreItem xmlns:ds="http://schemas.openxmlformats.org/officeDocument/2006/customXml" ds:itemID="{558FABFF-2334-4719-9D84-3E10528D1EE8}">
  <ds:schemaRefs>
    <ds:schemaRef ds:uri="http://schemas.microsoft.com/sharepoint/v3/contenttype/forms"/>
  </ds:schemaRefs>
</ds:datastoreItem>
</file>

<file path=customXml/itemProps3.xml><?xml version="1.0" encoding="utf-8"?>
<ds:datastoreItem xmlns:ds="http://schemas.openxmlformats.org/officeDocument/2006/customXml" ds:itemID="{6B3C822A-D3D7-49EF-A4E1-A783BE3FE97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3868113-c0a5-43de-a876-5fe4e9e92519"/>
    <ds:schemaRef ds:uri="33812d21-cc6d-40d3-8190-1784895c4f8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ERDC PowerPoint Template - CUI</Template>
  <TotalTime>641</TotalTime>
  <Words>1507</Words>
  <Application>Microsoft Macintosh PowerPoint</Application>
  <PresentationFormat>Widescreen</PresentationFormat>
  <Paragraphs>204</Paragraphs>
  <Slides>19</Slides>
  <Notes>0</Notes>
  <HiddenSlides>0</HiddenSlides>
  <MMClips>0</MMClips>
  <ScaleCrop>false</ScaleCrop>
  <HeadingPairs>
    <vt:vector size="8" baseType="variant">
      <vt:variant>
        <vt:lpstr>Fonts Used</vt:lpstr>
      </vt:variant>
      <vt:variant>
        <vt:i4>6</vt:i4>
      </vt:variant>
      <vt:variant>
        <vt:lpstr>Theme</vt:lpstr>
      </vt:variant>
      <vt:variant>
        <vt:i4>5</vt:i4>
      </vt:variant>
      <vt:variant>
        <vt:lpstr>Embedded OLE Servers</vt:lpstr>
      </vt:variant>
      <vt:variant>
        <vt:i4>1</vt:i4>
      </vt:variant>
      <vt:variant>
        <vt:lpstr>Slide Titles</vt:lpstr>
      </vt:variant>
      <vt:variant>
        <vt:i4>19</vt:i4>
      </vt:variant>
    </vt:vector>
  </HeadingPairs>
  <TitlesOfParts>
    <vt:vector size="31" baseType="lpstr">
      <vt:lpstr>ＭＳ Ｐゴシック</vt:lpstr>
      <vt:lpstr>Arial</vt:lpstr>
      <vt:lpstr>Calibri</vt:lpstr>
      <vt:lpstr>Cambria Math</vt:lpstr>
      <vt:lpstr>Symbol</vt:lpstr>
      <vt:lpstr>Wingdings</vt:lpstr>
      <vt:lpstr>Title Slide Templates</vt:lpstr>
      <vt:lpstr>UNCL // FOUO Content</vt:lpstr>
      <vt:lpstr>UNCLASSIFIED Content</vt:lpstr>
      <vt:lpstr>Custom Classification Content</vt:lpstr>
      <vt:lpstr>Standard White Theme</vt:lpstr>
      <vt:lpstr>Picture</vt:lpstr>
      <vt:lpstr>Water Temperature Modeling</vt:lpstr>
      <vt:lpstr>Heat and Temperature</vt:lpstr>
      <vt:lpstr>Advection-Dispersion Equation Balance</vt:lpstr>
      <vt:lpstr>Rates</vt:lpstr>
      <vt:lpstr>Energy Balance</vt:lpstr>
      <vt:lpstr>Sources and Sinks</vt:lpstr>
      <vt:lpstr>Radiation</vt:lpstr>
      <vt:lpstr>Latent vs. Sensible Heat</vt:lpstr>
      <vt:lpstr>Convection vs. Conduction</vt:lpstr>
      <vt:lpstr>Surface Heat Exchange</vt:lpstr>
      <vt:lpstr>Short-Wave Solar Radiation</vt:lpstr>
      <vt:lpstr>Shading</vt:lpstr>
      <vt:lpstr>Short-Wave Solar Radiation Penetration Depth</vt:lpstr>
      <vt:lpstr>Long-Wave Atmospheric Radiation</vt:lpstr>
      <vt:lpstr>Water-Emitted Long-Wave Radiation</vt:lpstr>
      <vt:lpstr>Evaporative Heat Loss</vt:lpstr>
      <vt:lpstr>Conductive/Convective Heat Loss</vt:lpstr>
      <vt:lpstr>Wind Function</vt:lpstr>
      <vt:lpstr>Questions?</vt:lpstr>
    </vt:vector>
  </TitlesOfParts>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CE-QUAL-W2 workshop Bathymetry</dc:title>
  <dc:creator>Melendez, Lauren L CIV USARMY CEERD-EL (USA)</dc:creator>
  <cp:lastModifiedBy>Todd Steissberg</cp:lastModifiedBy>
  <cp:revision>181</cp:revision>
  <cp:lastPrinted>2018-03-14T15:02:38Z</cp:lastPrinted>
  <dcterms:created xsi:type="dcterms:W3CDTF">2022-08-04T21:02:01Z</dcterms:created>
  <dcterms:modified xsi:type="dcterms:W3CDTF">2025-09-16T04:14:05Z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0x01010031AF2FAC55F63A40BD9EED0C36836299</vt:lpwstr>
  </property>
  <property fmtid="{D5CDD505-2E9C-101B-9397-08002B2CF9AE}" pid="3" name="MediaServiceImageTags">
    <vt:lpwstr/>
  </property>
</Properties>
</file>